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257" r:id="rId3"/>
    <p:sldId id="258" r:id="rId4"/>
    <p:sldId id="267" r:id="rId5"/>
    <p:sldId id="262" r:id="rId6"/>
    <p:sldId id="264" r:id="rId7"/>
    <p:sldId id="263"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D0B4"/>
    <a:srgbClr val="FFFFFF"/>
    <a:srgbClr val="3D3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3438A8-DFBB-44AE-A757-CB3F7B9CCB77}" v="540" dt="2025-09-13T06:18:28.54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p:cViewPr varScale="1">
        <p:scale>
          <a:sx n="79" d="100"/>
          <a:sy n="79" d="100"/>
        </p:scale>
        <p:origin x="773" y="72"/>
      </p:cViewPr>
      <p:guideLst/>
    </p:cSldViewPr>
  </p:slideViewPr>
  <p:notesTextViewPr>
    <p:cViewPr>
      <p:scale>
        <a:sx n="1" d="1"/>
        <a:sy n="1" d="1"/>
      </p:scale>
      <p:origin x="0" y="0"/>
    </p:cViewPr>
  </p:notesTextViewPr>
  <p:notesViewPr>
    <p:cSldViewPr showGuides="1">
      <p:cViewPr varScale="1">
        <p:scale>
          <a:sx n="95" d="100"/>
          <a:sy n="95" d="100"/>
        </p:scale>
        <p:origin x="358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rajsinh Parmar" userId="98bc1edb5c52e359" providerId="LiveId" clId="{BD972C39-4135-4B06-8E1D-732F2903B60D}"/>
    <pc:docChg chg="undo redo custSel addSld delSld modSld sldOrd">
      <pc:chgData name="Virajsinh Parmar" userId="98bc1edb5c52e359" providerId="LiveId" clId="{BD972C39-4135-4B06-8E1D-732F2903B60D}" dt="2025-09-13T06:18:53.481" v="3378" actId="403"/>
      <pc:docMkLst>
        <pc:docMk/>
      </pc:docMkLst>
      <pc:sldChg chg="addSp modSp mod">
        <pc:chgData name="Virajsinh Parmar" userId="98bc1edb5c52e359" providerId="LiveId" clId="{BD972C39-4135-4B06-8E1D-732F2903B60D}" dt="2025-09-12T14:33:52.691" v="1672" actId="207"/>
        <pc:sldMkLst>
          <pc:docMk/>
          <pc:sldMk cId="2142729111" sldId="256"/>
        </pc:sldMkLst>
        <pc:spChg chg="mod">
          <ac:chgData name="Virajsinh Parmar" userId="98bc1edb5c52e359" providerId="LiveId" clId="{BD972C39-4135-4B06-8E1D-732F2903B60D}" dt="2025-09-12T14:32:34.368" v="1666" actId="14100"/>
          <ac:spMkLst>
            <pc:docMk/>
            <pc:sldMk cId="2142729111" sldId="256"/>
            <ac:spMk id="2" creationId="{00000000-0000-0000-0000-000000000000}"/>
          </ac:spMkLst>
        </pc:spChg>
        <pc:picChg chg="add mod">
          <ac:chgData name="Virajsinh Parmar" userId="98bc1edb5c52e359" providerId="LiveId" clId="{BD972C39-4135-4B06-8E1D-732F2903B60D}" dt="2025-09-12T14:33:52.691" v="1672" actId="207"/>
          <ac:picMkLst>
            <pc:docMk/>
            <pc:sldMk cId="2142729111" sldId="256"/>
            <ac:picMk id="5" creationId="{D185B7AA-5BE2-6811-C3AB-8323CC8F6E7B}"/>
          </ac:picMkLst>
        </pc:picChg>
      </pc:sldChg>
      <pc:sldChg chg="addSp delSp modSp mod">
        <pc:chgData name="Virajsinh Parmar" userId="98bc1edb5c52e359" providerId="LiveId" clId="{BD972C39-4135-4B06-8E1D-732F2903B60D}" dt="2025-09-12T14:31:33.240" v="1665" actId="1037"/>
        <pc:sldMkLst>
          <pc:docMk/>
          <pc:sldMk cId="1900486290" sldId="258"/>
        </pc:sldMkLst>
        <pc:spChg chg="del">
          <ac:chgData name="Virajsinh Parmar" userId="98bc1edb5c52e359" providerId="LiveId" clId="{BD972C39-4135-4B06-8E1D-732F2903B60D}" dt="2025-09-12T07:34:54.946" v="0" actId="478"/>
          <ac:spMkLst>
            <pc:docMk/>
            <pc:sldMk cId="1900486290" sldId="258"/>
            <ac:spMk id="2" creationId="{00000000-0000-0000-0000-000000000000}"/>
          </ac:spMkLst>
        </pc:spChg>
        <pc:spChg chg="add mod">
          <ac:chgData name="Virajsinh Parmar" userId="98bc1edb5c52e359" providerId="LiveId" clId="{BD972C39-4135-4B06-8E1D-732F2903B60D}" dt="2025-09-12T14:31:29.671" v="1663" actId="1037"/>
          <ac:spMkLst>
            <pc:docMk/>
            <pc:sldMk cId="1900486290" sldId="258"/>
            <ac:spMk id="4" creationId="{1B86F861-B0DE-685A-31E7-94630EC2E164}"/>
          </ac:spMkLst>
        </pc:spChg>
        <pc:spChg chg="add del mod">
          <ac:chgData name="Virajsinh Parmar" userId="98bc1edb5c52e359" providerId="LiveId" clId="{BD972C39-4135-4B06-8E1D-732F2903B60D}" dt="2025-09-12T07:37:41.696" v="27" actId="478"/>
          <ac:spMkLst>
            <pc:docMk/>
            <pc:sldMk cId="1900486290" sldId="258"/>
            <ac:spMk id="7" creationId="{C437BF59-AC1D-995B-DB79-0084F9C0FCBB}"/>
          </ac:spMkLst>
        </pc:spChg>
        <pc:spChg chg="add del mod">
          <ac:chgData name="Virajsinh Parmar" userId="98bc1edb5c52e359" providerId="LiveId" clId="{BD972C39-4135-4B06-8E1D-732F2903B60D}" dt="2025-09-12T09:05:51.801" v="37"/>
          <ac:spMkLst>
            <pc:docMk/>
            <pc:sldMk cId="1900486290" sldId="258"/>
            <ac:spMk id="9" creationId="{77276F02-0B3E-D3BB-2DE2-E0A487A6C686}"/>
          </ac:spMkLst>
        </pc:spChg>
        <pc:spChg chg="add mod">
          <ac:chgData name="Virajsinh Parmar" userId="98bc1edb5c52e359" providerId="LiveId" clId="{BD972C39-4135-4B06-8E1D-732F2903B60D}" dt="2025-09-12T09:06:43.539" v="51" actId="571"/>
          <ac:spMkLst>
            <pc:docMk/>
            <pc:sldMk cId="1900486290" sldId="258"/>
            <ac:spMk id="10" creationId="{6FA80E5E-5F76-E5D0-D223-71C81397BCE9}"/>
          </ac:spMkLst>
        </pc:spChg>
        <pc:spChg chg="add del mod">
          <ac:chgData name="Virajsinh Parmar" userId="98bc1edb5c52e359" providerId="LiveId" clId="{BD972C39-4135-4B06-8E1D-732F2903B60D}" dt="2025-09-12T09:14:31.027" v="134" actId="478"/>
          <ac:spMkLst>
            <pc:docMk/>
            <pc:sldMk cId="1900486290" sldId="258"/>
            <ac:spMk id="11" creationId="{DE7A30B4-0A3A-ED3E-B552-43418477507D}"/>
          </ac:spMkLst>
        </pc:spChg>
        <pc:spChg chg="add del mod">
          <ac:chgData name="Virajsinh Parmar" userId="98bc1edb5c52e359" providerId="LiveId" clId="{BD972C39-4135-4B06-8E1D-732F2903B60D}" dt="2025-09-12T09:14:36.843" v="136" actId="478"/>
          <ac:spMkLst>
            <pc:docMk/>
            <pc:sldMk cId="1900486290" sldId="258"/>
            <ac:spMk id="12" creationId="{8A8D59C5-97E9-950A-DA25-0AF2D3E24382}"/>
          </ac:spMkLst>
        </pc:spChg>
        <pc:spChg chg="add del mod">
          <ac:chgData name="Virajsinh Parmar" userId="98bc1edb5c52e359" providerId="LiveId" clId="{BD972C39-4135-4B06-8E1D-732F2903B60D}" dt="2025-09-12T09:13:45.682" v="114" actId="478"/>
          <ac:spMkLst>
            <pc:docMk/>
            <pc:sldMk cId="1900486290" sldId="258"/>
            <ac:spMk id="13" creationId="{42F60872-891F-9E60-22C8-AD2F489C21A8}"/>
          </ac:spMkLst>
        </pc:spChg>
        <pc:spChg chg="add mod">
          <ac:chgData name="Virajsinh Parmar" userId="98bc1edb5c52e359" providerId="LiveId" clId="{BD972C39-4135-4B06-8E1D-732F2903B60D}" dt="2025-09-12T13:09:37.945" v="1108" actId="1076"/>
          <ac:spMkLst>
            <pc:docMk/>
            <pc:sldMk cId="1900486290" sldId="258"/>
            <ac:spMk id="14" creationId="{8C586D67-5BFA-F18A-B70C-229539E54987}"/>
          </ac:spMkLst>
        </pc:spChg>
        <pc:spChg chg="add del mod">
          <ac:chgData name="Virajsinh Parmar" userId="98bc1edb5c52e359" providerId="LiveId" clId="{BD972C39-4135-4B06-8E1D-732F2903B60D}" dt="2025-09-12T09:14:34.301" v="135" actId="478"/>
          <ac:spMkLst>
            <pc:docMk/>
            <pc:sldMk cId="1900486290" sldId="258"/>
            <ac:spMk id="15" creationId="{4D6E36E8-26CD-425C-72E9-8EF03A3F3737}"/>
          </ac:spMkLst>
        </pc:spChg>
        <pc:spChg chg="add del mod">
          <ac:chgData name="Virajsinh Parmar" userId="98bc1edb5c52e359" providerId="LiveId" clId="{BD972C39-4135-4B06-8E1D-732F2903B60D}" dt="2025-09-12T09:13:43.887" v="113" actId="478"/>
          <ac:spMkLst>
            <pc:docMk/>
            <pc:sldMk cId="1900486290" sldId="258"/>
            <ac:spMk id="16" creationId="{12C531D2-84A7-EDF9-1B44-9A55281D60E0}"/>
          </ac:spMkLst>
        </pc:spChg>
        <pc:spChg chg="add del mod">
          <ac:chgData name="Virajsinh Parmar" userId="98bc1edb5c52e359" providerId="LiveId" clId="{BD972C39-4135-4B06-8E1D-732F2903B60D}" dt="2025-09-12T09:13:48.697" v="115" actId="478"/>
          <ac:spMkLst>
            <pc:docMk/>
            <pc:sldMk cId="1900486290" sldId="258"/>
            <ac:spMk id="17" creationId="{6C32EC22-E3F6-0F32-ED80-1708C5CF3444}"/>
          </ac:spMkLst>
        </pc:spChg>
        <pc:spChg chg="add mod">
          <ac:chgData name="Virajsinh Parmar" userId="98bc1edb5c52e359" providerId="LiveId" clId="{BD972C39-4135-4B06-8E1D-732F2903B60D}" dt="2025-09-12T13:09:37.945" v="1108" actId="1076"/>
          <ac:spMkLst>
            <pc:docMk/>
            <pc:sldMk cId="1900486290" sldId="258"/>
            <ac:spMk id="18" creationId="{BDF8C15A-E563-2C56-06DB-7043AA2C6C9C}"/>
          </ac:spMkLst>
        </pc:spChg>
        <pc:spChg chg="add del mod">
          <ac:chgData name="Virajsinh Parmar" userId="98bc1edb5c52e359" providerId="LiveId" clId="{BD972C39-4135-4B06-8E1D-732F2903B60D}" dt="2025-09-12T09:14:43.500" v="138" actId="478"/>
          <ac:spMkLst>
            <pc:docMk/>
            <pc:sldMk cId="1900486290" sldId="258"/>
            <ac:spMk id="19" creationId="{0F5CECBF-1904-33F3-85C4-A878205BE8DB}"/>
          </ac:spMkLst>
        </pc:spChg>
        <pc:spChg chg="add mod">
          <ac:chgData name="Virajsinh Parmar" userId="98bc1edb5c52e359" providerId="LiveId" clId="{BD972C39-4135-4B06-8E1D-732F2903B60D}" dt="2025-09-12T13:09:37.945" v="1108" actId="1076"/>
          <ac:spMkLst>
            <pc:docMk/>
            <pc:sldMk cId="1900486290" sldId="258"/>
            <ac:spMk id="20" creationId="{376C3C0D-726F-4080-5B6B-FC3E372BD616}"/>
          </ac:spMkLst>
        </pc:spChg>
        <pc:spChg chg="add mod">
          <ac:chgData name="Virajsinh Parmar" userId="98bc1edb5c52e359" providerId="LiveId" clId="{BD972C39-4135-4B06-8E1D-732F2903B60D}" dt="2025-09-12T13:09:37.945" v="1108" actId="1076"/>
          <ac:spMkLst>
            <pc:docMk/>
            <pc:sldMk cId="1900486290" sldId="258"/>
            <ac:spMk id="21" creationId="{B64ADB52-1256-3A4F-B463-5FA275C54400}"/>
          </ac:spMkLst>
        </pc:spChg>
        <pc:spChg chg="add mod">
          <ac:chgData name="Virajsinh Parmar" userId="98bc1edb5c52e359" providerId="LiveId" clId="{BD972C39-4135-4B06-8E1D-732F2903B60D}" dt="2025-09-12T13:09:10.078" v="1106" actId="1076"/>
          <ac:spMkLst>
            <pc:docMk/>
            <pc:sldMk cId="1900486290" sldId="258"/>
            <ac:spMk id="22" creationId="{E239826A-942C-6B54-8994-9D3DF3247262}"/>
          </ac:spMkLst>
        </pc:spChg>
        <pc:spChg chg="add del">
          <ac:chgData name="Virajsinh Parmar" userId="98bc1edb5c52e359" providerId="LiveId" clId="{BD972C39-4135-4B06-8E1D-732F2903B60D}" dt="2025-09-12T09:34:49.515" v="373" actId="478"/>
          <ac:spMkLst>
            <pc:docMk/>
            <pc:sldMk cId="1900486290" sldId="258"/>
            <ac:spMk id="24" creationId="{287EAF57-66EF-540F-BF0B-CE3634BE8884}"/>
          </ac:spMkLst>
        </pc:spChg>
        <pc:spChg chg="add mod">
          <ac:chgData name="Virajsinh Parmar" userId="98bc1edb5c52e359" providerId="LiveId" clId="{BD972C39-4135-4B06-8E1D-732F2903B60D}" dt="2025-09-12T13:08:55.860" v="1104" actId="1076"/>
          <ac:spMkLst>
            <pc:docMk/>
            <pc:sldMk cId="1900486290" sldId="258"/>
            <ac:spMk id="26" creationId="{CC994FBE-1EA5-A3D5-B640-D8988C3F7BB3}"/>
          </ac:spMkLst>
        </pc:spChg>
        <pc:spChg chg="add mod">
          <ac:chgData name="Virajsinh Parmar" userId="98bc1edb5c52e359" providerId="LiveId" clId="{BD972C39-4135-4B06-8E1D-732F2903B60D}" dt="2025-09-12T13:08:55.860" v="1104" actId="1076"/>
          <ac:spMkLst>
            <pc:docMk/>
            <pc:sldMk cId="1900486290" sldId="258"/>
            <ac:spMk id="27" creationId="{F47AA2D3-89B7-6C87-3BBA-8BBE07477C28}"/>
          </ac:spMkLst>
        </pc:spChg>
        <pc:graphicFrameChg chg="del">
          <ac:chgData name="Virajsinh Parmar" userId="98bc1edb5c52e359" providerId="LiveId" clId="{BD972C39-4135-4B06-8E1D-732F2903B60D}" dt="2025-09-12T07:34:54.946" v="0" actId="478"/>
          <ac:graphicFrameMkLst>
            <pc:docMk/>
            <pc:sldMk cId="1900486290" sldId="258"/>
            <ac:graphicFrameMk id="6" creationId="{00000000-0000-0000-0000-000000000000}"/>
          </ac:graphicFrameMkLst>
        </pc:graphicFrameChg>
        <pc:graphicFrameChg chg="add del mod modGraphic">
          <ac:chgData name="Virajsinh Parmar" userId="98bc1edb5c52e359" providerId="LiveId" clId="{BD972C39-4135-4B06-8E1D-732F2903B60D}" dt="2025-09-12T09:26:01.915" v="359" actId="478"/>
          <ac:graphicFrameMkLst>
            <pc:docMk/>
            <pc:sldMk cId="1900486290" sldId="258"/>
            <ac:graphicFrameMk id="23" creationId="{4566CE06-4C69-6412-FE0D-D93F071E3FB2}"/>
          </ac:graphicFrameMkLst>
        </pc:graphicFrameChg>
        <pc:graphicFrameChg chg="add del mod modGraphic">
          <ac:chgData name="Virajsinh Parmar" userId="98bc1edb5c52e359" providerId="LiveId" clId="{BD972C39-4135-4B06-8E1D-732F2903B60D}" dt="2025-09-12T09:38:51.051" v="418" actId="478"/>
          <ac:graphicFrameMkLst>
            <pc:docMk/>
            <pc:sldMk cId="1900486290" sldId="258"/>
            <ac:graphicFrameMk id="25" creationId="{88681E79-F62A-44F8-77BA-2E9E37C758AD}"/>
          </ac:graphicFrameMkLst>
        </pc:graphicFrameChg>
        <pc:picChg chg="add mod">
          <ac:chgData name="Virajsinh Parmar" userId="98bc1edb5c52e359" providerId="LiveId" clId="{BD972C39-4135-4B06-8E1D-732F2903B60D}" dt="2025-09-12T14:31:33.240" v="1665" actId="1037"/>
          <ac:picMkLst>
            <pc:docMk/>
            <pc:sldMk cId="1900486290" sldId="258"/>
            <ac:picMk id="29" creationId="{0AD994EF-79A9-7FD5-2E3D-96E7D7D0F8CB}"/>
          </ac:picMkLst>
        </pc:picChg>
      </pc:sldChg>
      <pc:sldChg chg="modSp del mod">
        <pc:chgData name="Virajsinh Parmar" userId="98bc1edb5c52e359" providerId="LiveId" clId="{BD972C39-4135-4B06-8E1D-732F2903B60D}" dt="2025-09-13T05:40:30.274" v="3102" actId="47"/>
        <pc:sldMkLst>
          <pc:docMk/>
          <pc:sldMk cId="1180589104" sldId="259"/>
        </pc:sldMkLst>
        <pc:spChg chg="mod">
          <ac:chgData name="Virajsinh Parmar" userId="98bc1edb5c52e359" providerId="LiveId" clId="{BD972C39-4135-4B06-8E1D-732F2903B60D}" dt="2025-09-12T14:51:39.830" v="1715" actId="20577"/>
          <ac:spMkLst>
            <pc:docMk/>
            <pc:sldMk cId="1180589104" sldId="259"/>
            <ac:spMk id="2" creationId="{00000000-0000-0000-0000-000000000000}"/>
          </ac:spMkLst>
        </pc:spChg>
        <pc:graphicFrameChg chg="modGraphic">
          <ac:chgData name="Virajsinh Parmar" userId="98bc1edb5c52e359" providerId="LiveId" clId="{BD972C39-4135-4B06-8E1D-732F2903B60D}" dt="2025-09-13T04:36:08.542" v="2710" actId="14100"/>
          <ac:graphicFrameMkLst>
            <pc:docMk/>
            <pc:sldMk cId="1180589104" sldId="259"/>
            <ac:graphicFrameMk id="5" creationId="{00000000-0000-0000-0000-000000000000}"/>
          </ac:graphicFrameMkLst>
        </pc:graphicFrameChg>
      </pc:sldChg>
      <pc:sldChg chg="del">
        <pc:chgData name="Virajsinh Parmar" userId="98bc1edb5c52e359" providerId="LiveId" clId="{BD972C39-4135-4B06-8E1D-732F2903B60D}" dt="2025-09-13T05:40:28.713" v="3100" actId="47"/>
        <pc:sldMkLst>
          <pc:docMk/>
          <pc:sldMk cId="2426022026" sldId="260"/>
        </pc:sldMkLst>
      </pc:sldChg>
      <pc:sldChg chg="del">
        <pc:chgData name="Virajsinh Parmar" userId="98bc1edb5c52e359" providerId="LiveId" clId="{BD972C39-4135-4B06-8E1D-732F2903B60D}" dt="2025-09-13T05:40:28.292" v="3099" actId="47"/>
        <pc:sldMkLst>
          <pc:docMk/>
          <pc:sldMk cId="1783796071" sldId="261"/>
        </pc:sldMkLst>
      </pc:sldChg>
      <pc:sldChg chg="addSp delSp modSp mod ord">
        <pc:chgData name="Virajsinh Parmar" userId="98bc1edb5c52e359" providerId="LiveId" clId="{BD972C39-4135-4B06-8E1D-732F2903B60D}" dt="2025-09-12T17:33:02.196" v="2535" actId="1037"/>
        <pc:sldMkLst>
          <pc:docMk/>
          <pc:sldMk cId="3387061768" sldId="262"/>
        </pc:sldMkLst>
        <pc:spChg chg="mod">
          <ac:chgData name="Virajsinh Parmar" userId="98bc1edb5c52e359" providerId="LiveId" clId="{BD972C39-4135-4B06-8E1D-732F2903B60D}" dt="2025-09-12T17:32:31.170" v="2528" actId="14100"/>
          <ac:spMkLst>
            <pc:docMk/>
            <pc:sldMk cId="3387061768" sldId="262"/>
            <ac:spMk id="2" creationId="{00000000-0000-0000-0000-000000000000}"/>
          </ac:spMkLst>
        </pc:spChg>
        <pc:spChg chg="del">
          <ac:chgData name="Virajsinh Parmar" userId="98bc1edb5c52e359" providerId="LiveId" clId="{BD972C39-4135-4B06-8E1D-732F2903B60D}" dt="2025-09-12T13:13:06.137" v="1129" actId="478"/>
          <ac:spMkLst>
            <pc:docMk/>
            <pc:sldMk cId="3387061768" sldId="262"/>
            <ac:spMk id="3" creationId="{00000000-0000-0000-0000-000000000000}"/>
          </ac:spMkLst>
        </pc:spChg>
        <pc:spChg chg="del">
          <ac:chgData name="Virajsinh Parmar" userId="98bc1edb5c52e359" providerId="LiveId" clId="{BD972C39-4135-4B06-8E1D-732F2903B60D}" dt="2025-09-12T13:13:02.398" v="1128" actId="478"/>
          <ac:spMkLst>
            <pc:docMk/>
            <pc:sldMk cId="3387061768" sldId="262"/>
            <ac:spMk id="4" creationId="{00000000-0000-0000-0000-000000000000}"/>
          </ac:spMkLst>
        </pc:spChg>
        <pc:spChg chg="del">
          <ac:chgData name="Virajsinh Parmar" userId="98bc1edb5c52e359" providerId="LiveId" clId="{BD972C39-4135-4B06-8E1D-732F2903B60D}" dt="2025-09-12T13:13:06.137" v="1129" actId="478"/>
          <ac:spMkLst>
            <pc:docMk/>
            <pc:sldMk cId="3387061768" sldId="262"/>
            <ac:spMk id="5" creationId="{00000000-0000-0000-0000-000000000000}"/>
          </ac:spMkLst>
        </pc:spChg>
        <pc:spChg chg="del">
          <ac:chgData name="Virajsinh Parmar" userId="98bc1edb5c52e359" providerId="LiveId" clId="{BD972C39-4135-4B06-8E1D-732F2903B60D}" dt="2025-09-12T13:13:06.137" v="1129" actId="478"/>
          <ac:spMkLst>
            <pc:docMk/>
            <pc:sldMk cId="3387061768" sldId="262"/>
            <ac:spMk id="6" creationId="{00000000-0000-0000-0000-000000000000}"/>
          </ac:spMkLst>
        </pc:spChg>
        <pc:spChg chg="add del mod">
          <ac:chgData name="Virajsinh Parmar" userId="98bc1edb5c52e359" providerId="LiveId" clId="{BD972C39-4135-4B06-8E1D-732F2903B60D}" dt="2025-09-12T13:49:36.123" v="1261" actId="478"/>
          <ac:spMkLst>
            <pc:docMk/>
            <pc:sldMk cId="3387061768" sldId="262"/>
            <ac:spMk id="7" creationId="{376B8894-6ED7-6297-B2DE-FC600054CFAC}"/>
          </ac:spMkLst>
        </pc:spChg>
        <pc:spChg chg="add">
          <ac:chgData name="Virajsinh Parmar" userId="98bc1edb5c52e359" providerId="LiveId" clId="{BD972C39-4135-4B06-8E1D-732F2903B60D}" dt="2025-09-12T13:49:19.231" v="1259"/>
          <ac:spMkLst>
            <pc:docMk/>
            <pc:sldMk cId="3387061768" sldId="262"/>
            <ac:spMk id="8" creationId="{E1D0296F-99B5-AFEC-B915-D9D2E60AA936}"/>
          </ac:spMkLst>
        </pc:spChg>
        <pc:spChg chg="add del mod">
          <ac:chgData name="Virajsinh Parmar" userId="98bc1edb5c52e359" providerId="LiveId" clId="{BD972C39-4135-4B06-8E1D-732F2903B60D}" dt="2025-09-12T13:51:29.611" v="1284" actId="478"/>
          <ac:spMkLst>
            <pc:docMk/>
            <pc:sldMk cId="3387061768" sldId="262"/>
            <ac:spMk id="9" creationId="{EBACF5D3-D5BE-8DEE-A3AE-703B6B95EA83}"/>
          </ac:spMkLst>
        </pc:spChg>
        <pc:spChg chg="add del mod">
          <ac:chgData name="Virajsinh Parmar" userId="98bc1edb5c52e359" providerId="LiveId" clId="{BD972C39-4135-4B06-8E1D-732F2903B60D}" dt="2025-09-12T14:01:55.548" v="1355" actId="478"/>
          <ac:spMkLst>
            <pc:docMk/>
            <pc:sldMk cId="3387061768" sldId="262"/>
            <ac:spMk id="11" creationId="{AA67A7B4-E8AB-B50A-D58E-AAEEF2D4F19E}"/>
          </ac:spMkLst>
        </pc:spChg>
        <pc:spChg chg="add del mod">
          <ac:chgData name="Virajsinh Parmar" userId="98bc1edb5c52e359" providerId="LiveId" clId="{BD972C39-4135-4B06-8E1D-732F2903B60D}" dt="2025-09-12T14:01:51.929" v="1354" actId="478"/>
          <ac:spMkLst>
            <pc:docMk/>
            <pc:sldMk cId="3387061768" sldId="262"/>
            <ac:spMk id="13" creationId="{0DD69931-51EB-672E-7701-E0E04865E8E2}"/>
          </ac:spMkLst>
        </pc:spChg>
        <pc:spChg chg="add del mod">
          <ac:chgData name="Virajsinh Parmar" userId="98bc1edb5c52e359" providerId="LiveId" clId="{BD972C39-4135-4B06-8E1D-732F2903B60D}" dt="2025-09-12T14:01:51.929" v="1354" actId="478"/>
          <ac:spMkLst>
            <pc:docMk/>
            <pc:sldMk cId="3387061768" sldId="262"/>
            <ac:spMk id="15" creationId="{6EE19C30-DABF-7B7D-7BC8-4DB99D1E57F1}"/>
          </ac:spMkLst>
        </pc:spChg>
        <pc:spChg chg="add del mod">
          <ac:chgData name="Virajsinh Parmar" userId="98bc1edb5c52e359" providerId="LiveId" clId="{BD972C39-4135-4B06-8E1D-732F2903B60D}" dt="2025-09-12T14:07:13.465" v="1444" actId="478"/>
          <ac:spMkLst>
            <pc:docMk/>
            <pc:sldMk cId="3387061768" sldId="262"/>
            <ac:spMk id="17" creationId="{51CF1D36-3387-1FF3-63F5-335729C338E2}"/>
          </ac:spMkLst>
        </pc:spChg>
        <pc:spChg chg="add mod">
          <ac:chgData name="Virajsinh Parmar" userId="98bc1edb5c52e359" providerId="LiveId" clId="{BD972C39-4135-4B06-8E1D-732F2903B60D}" dt="2025-09-12T15:08:18.595" v="1795" actId="14100"/>
          <ac:spMkLst>
            <pc:docMk/>
            <pc:sldMk cId="3387061768" sldId="262"/>
            <ac:spMk id="19" creationId="{8C3E21D3-9777-006D-A9F4-B7E6AE8635C2}"/>
          </ac:spMkLst>
        </pc:spChg>
        <pc:spChg chg="add mod">
          <ac:chgData name="Virajsinh Parmar" userId="98bc1edb5c52e359" providerId="LiveId" clId="{BD972C39-4135-4B06-8E1D-732F2903B60D}" dt="2025-09-12T15:08:02.091" v="1794" actId="403"/>
          <ac:spMkLst>
            <pc:docMk/>
            <pc:sldMk cId="3387061768" sldId="262"/>
            <ac:spMk id="21" creationId="{48092392-1236-1ACC-B847-76C02D53EC67}"/>
          </ac:spMkLst>
        </pc:spChg>
        <pc:spChg chg="add del mod">
          <ac:chgData name="Virajsinh Parmar" userId="98bc1edb5c52e359" providerId="LiveId" clId="{BD972C39-4135-4B06-8E1D-732F2903B60D}" dt="2025-09-12T15:08:02.091" v="1794" actId="403"/>
          <ac:spMkLst>
            <pc:docMk/>
            <pc:sldMk cId="3387061768" sldId="262"/>
            <ac:spMk id="23" creationId="{76F5BB9F-BE5F-7427-BE51-44F0A243014C}"/>
          </ac:spMkLst>
        </pc:spChg>
        <pc:spChg chg="add mod">
          <ac:chgData name="Virajsinh Parmar" userId="98bc1edb5c52e359" providerId="LiveId" clId="{BD972C39-4135-4B06-8E1D-732F2903B60D}" dt="2025-09-12T15:08:02.091" v="1794" actId="403"/>
          <ac:spMkLst>
            <pc:docMk/>
            <pc:sldMk cId="3387061768" sldId="262"/>
            <ac:spMk id="25" creationId="{3A51BCFD-A671-28F0-6B90-96840F44DB19}"/>
          </ac:spMkLst>
        </pc:spChg>
        <pc:spChg chg="add mod">
          <ac:chgData name="Virajsinh Parmar" userId="98bc1edb5c52e359" providerId="LiveId" clId="{BD972C39-4135-4B06-8E1D-732F2903B60D}" dt="2025-09-12T15:08:02.091" v="1794" actId="403"/>
          <ac:spMkLst>
            <pc:docMk/>
            <pc:sldMk cId="3387061768" sldId="262"/>
            <ac:spMk id="27" creationId="{287B31BF-BAB9-678C-CC28-2FFE5320D669}"/>
          </ac:spMkLst>
        </pc:spChg>
        <pc:spChg chg="add mod">
          <ac:chgData name="Virajsinh Parmar" userId="98bc1edb5c52e359" providerId="LiveId" clId="{BD972C39-4135-4B06-8E1D-732F2903B60D}" dt="2025-09-12T15:08:02.091" v="1794" actId="403"/>
          <ac:spMkLst>
            <pc:docMk/>
            <pc:sldMk cId="3387061768" sldId="262"/>
            <ac:spMk id="29" creationId="{8C2553EA-CCC4-25FC-4738-530DACB0D50B}"/>
          </ac:spMkLst>
        </pc:spChg>
        <pc:spChg chg="add mod">
          <ac:chgData name="Virajsinh Parmar" userId="98bc1edb5c52e359" providerId="LiveId" clId="{BD972C39-4135-4B06-8E1D-732F2903B60D}" dt="2025-09-12T15:08:02.091" v="1794" actId="403"/>
          <ac:spMkLst>
            <pc:docMk/>
            <pc:sldMk cId="3387061768" sldId="262"/>
            <ac:spMk id="31" creationId="{7CB11B84-CD52-5424-C3A9-680313C03924}"/>
          </ac:spMkLst>
        </pc:spChg>
        <pc:spChg chg="add mod">
          <ac:chgData name="Virajsinh Parmar" userId="98bc1edb5c52e359" providerId="LiveId" clId="{BD972C39-4135-4B06-8E1D-732F2903B60D}" dt="2025-09-12T14:24:32.739" v="1638" actId="1036"/>
          <ac:spMkLst>
            <pc:docMk/>
            <pc:sldMk cId="3387061768" sldId="262"/>
            <ac:spMk id="33" creationId="{F486019F-118C-ED33-6A32-FE40D2884F90}"/>
          </ac:spMkLst>
        </pc:spChg>
        <pc:spChg chg="add del">
          <ac:chgData name="Virajsinh Parmar" userId="98bc1edb5c52e359" providerId="LiveId" clId="{BD972C39-4135-4B06-8E1D-732F2903B60D}" dt="2025-09-12T14:16:21.159" v="1550" actId="22"/>
          <ac:spMkLst>
            <pc:docMk/>
            <pc:sldMk cId="3387061768" sldId="262"/>
            <ac:spMk id="35" creationId="{25C9E232-5A8A-AA9F-61C0-C104B632E251}"/>
          </ac:spMkLst>
        </pc:spChg>
        <pc:spChg chg="add del mod">
          <ac:chgData name="Virajsinh Parmar" userId="98bc1edb5c52e359" providerId="LiveId" clId="{BD972C39-4135-4B06-8E1D-732F2903B60D}" dt="2025-09-12T14:16:38.844" v="1556" actId="22"/>
          <ac:spMkLst>
            <pc:docMk/>
            <pc:sldMk cId="3387061768" sldId="262"/>
            <ac:spMk id="37" creationId="{937EB856-8FDA-F67C-638B-702478BA0F5A}"/>
          </ac:spMkLst>
        </pc:spChg>
        <pc:spChg chg="add mod">
          <ac:chgData name="Virajsinh Parmar" userId="98bc1edb5c52e359" providerId="LiveId" clId="{BD972C39-4135-4B06-8E1D-732F2903B60D}" dt="2025-09-12T15:08:02.091" v="1794" actId="403"/>
          <ac:spMkLst>
            <pc:docMk/>
            <pc:sldMk cId="3387061768" sldId="262"/>
            <ac:spMk id="39" creationId="{07AB3DE2-55A6-4F91-D5A5-7F7555C4A77F}"/>
          </ac:spMkLst>
        </pc:spChg>
        <pc:spChg chg="add mod">
          <ac:chgData name="Virajsinh Parmar" userId="98bc1edb5c52e359" providerId="LiveId" clId="{BD972C39-4135-4B06-8E1D-732F2903B60D}" dt="2025-09-12T15:08:02.091" v="1794" actId="403"/>
          <ac:spMkLst>
            <pc:docMk/>
            <pc:sldMk cId="3387061768" sldId="262"/>
            <ac:spMk id="41" creationId="{EA6706DE-E7C5-523C-4D5B-4A563C03233E}"/>
          </ac:spMkLst>
        </pc:spChg>
        <pc:spChg chg="add">
          <ac:chgData name="Virajsinh Parmar" userId="98bc1edb5c52e359" providerId="LiveId" clId="{BD972C39-4135-4B06-8E1D-732F2903B60D}" dt="2025-09-12T14:18:19.658" v="1571"/>
          <ac:spMkLst>
            <pc:docMk/>
            <pc:sldMk cId="3387061768" sldId="262"/>
            <ac:spMk id="42" creationId="{B2A92FEB-B738-8178-D23B-605FEF893291}"/>
          </ac:spMkLst>
        </pc:spChg>
        <pc:spChg chg="add mod">
          <ac:chgData name="Virajsinh Parmar" userId="98bc1edb5c52e359" providerId="LiveId" clId="{BD972C39-4135-4B06-8E1D-732F2903B60D}" dt="2025-09-12T14:24:32.739" v="1638" actId="1036"/>
          <ac:spMkLst>
            <pc:docMk/>
            <pc:sldMk cId="3387061768" sldId="262"/>
            <ac:spMk id="44" creationId="{13EF1617-08B3-041F-D7D8-1F70A58C958D}"/>
          </ac:spMkLst>
        </pc:spChg>
        <pc:spChg chg="add mod">
          <ac:chgData name="Virajsinh Parmar" userId="98bc1edb5c52e359" providerId="LiveId" clId="{BD972C39-4135-4B06-8E1D-732F2903B60D}" dt="2025-09-12T15:08:02.091" v="1794" actId="403"/>
          <ac:spMkLst>
            <pc:docMk/>
            <pc:sldMk cId="3387061768" sldId="262"/>
            <ac:spMk id="46" creationId="{6C6DBA7D-7283-2D13-618E-AAC7EC737F43}"/>
          </ac:spMkLst>
        </pc:spChg>
        <pc:spChg chg="add del mod">
          <ac:chgData name="Virajsinh Parmar" userId="98bc1edb5c52e359" providerId="LiveId" clId="{BD972C39-4135-4B06-8E1D-732F2903B60D}" dt="2025-09-12T14:20:31.010" v="1599" actId="478"/>
          <ac:spMkLst>
            <pc:docMk/>
            <pc:sldMk cId="3387061768" sldId="262"/>
            <ac:spMk id="47" creationId="{078D7DA0-52D8-99DA-FC74-3BE454D79CE8}"/>
          </ac:spMkLst>
        </pc:spChg>
        <pc:picChg chg="add mod">
          <ac:chgData name="Virajsinh Parmar" userId="98bc1edb5c52e359" providerId="LiveId" clId="{BD972C39-4135-4B06-8E1D-732F2903B60D}" dt="2025-09-12T17:33:02.196" v="2535" actId="1037"/>
          <ac:picMkLst>
            <pc:docMk/>
            <pc:sldMk cId="3387061768" sldId="262"/>
            <ac:picMk id="3" creationId="{1868F734-3683-B3CD-ECA7-616D77FD2AFD}"/>
          </ac:picMkLst>
        </pc:picChg>
      </pc:sldChg>
      <pc:sldChg chg="addSp delSp modSp mod ord">
        <pc:chgData name="Virajsinh Parmar" userId="98bc1edb5c52e359" providerId="LiveId" clId="{BD972C39-4135-4B06-8E1D-732F2903B60D}" dt="2025-09-12T15:53:30.615" v="2068" actId="114"/>
        <pc:sldMkLst>
          <pc:docMk/>
          <pc:sldMk cId="3440500440" sldId="263"/>
        </pc:sldMkLst>
        <pc:spChg chg="del">
          <ac:chgData name="Virajsinh Parmar" userId="98bc1edb5c52e359" providerId="LiveId" clId="{BD972C39-4135-4B06-8E1D-732F2903B60D}" dt="2025-09-12T15:10:04.103" v="1803" actId="478"/>
          <ac:spMkLst>
            <pc:docMk/>
            <pc:sldMk cId="3440500440" sldId="263"/>
            <ac:spMk id="2" creationId="{00000000-0000-0000-0000-000000000000}"/>
          </ac:spMkLst>
        </pc:spChg>
        <pc:spChg chg="add del mod">
          <ac:chgData name="Virajsinh Parmar" userId="98bc1edb5c52e359" providerId="LiveId" clId="{BD972C39-4135-4B06-8E1D-732F2903B60D}" dt="2025-09-12T15:10:07.243" v="1804" actId="478"/>
          <ac:spMkLst>
            <pc:docMk/>
            <pc:sldMk cId="3440500440" sldId="263"/>
            <ac:spMk id="4" creationId="{D7855FD1-F114-529F-8A80-468D331C5AD3}"/>
          </ac:spMkLst>
        </pc:spChg>
        <pc:spChg chg="add mod">
          <ac:chgData name="Virajsinh Parmar" userId="98bc1edb5c52e359" providerId="LiveId" clId="{BD972C39-4135-4B06-8E1D-732F2903B60D}" dt="2025-09-12T15:53:30.615" v="2068" actId="114"/>
          <ac:spMkLst>
            <pc:docMk/>
            <pc:sldMk cId="3440500440" sldId="263"/>
            <ac:spMk id="6" creationId="{4663D3CE-B997-6704-F91E-2799CA3D3C23}"/>
          </ac:spMkLst>
        </pc:spChg>
      </pc:sldChg>
      <pc:sldChg chg="addSp delSp modSp mod ord">
        <pc:chgData name="Virajsinh Parmar" userId="98bc1edb5c52e359" providerId="LiveId" clId="{BD972C39-4135-4B06-8E1D-732F2903B60D}" dt="2025-09-12T18:55:10.372" v="2594" actId="1036"/>
        <pc:sldMkLst>
          <pc:docMk/>
          <pc:sldMk cId="4129439513" sldId="264"/>
        </pc:sldMkLst>
        <pc:spChg chg="add del mod">
          <ac:chgData name="Virajsinh Parmar" userId="98bc1edb5c52e359" providerId="LiveId" clId="{BD972C39-4135-4B06-8E1D-732F2903B60D}" dt="2025-09-12T15:04:33.045" v="1763"/>
          <ac:spMkLst>
            <pc:docMk/>
            <pc:sldMk cId="4129439513" sldId="264"/>
            <ac:spMk id="2" creationId="{62203700-90C0-F0C4-30B5-618E2C1B5EA9}"/>
          </ac:spMkLst>
        </pc:spChg>
        <pc:spChg chg="add mod">
          <ac:chgData name="Virajsinh Parmar" userId="98bc1edb5c52e359" providerId="LiveId" clId="{BD972C39-4135-4B06-8E1D-732F2903B60D}" dt="2025-09-12T15:03:55.919" v="1755" actId="20577"/>
          <ac:spMkLst>
            <pc:docMk/>
            <pc:sldMk cId="4129439513" sldId="264"/>
            <ac:spMk id="3" creationId="{17C569A3-F700-203F-1C7A-B56EDCBF5250}"/>
          </ac:spMkLst>
        </pc:spChg>
        <pc:spChg chg="add mod">
          <ac:chgData name="Virajsinh Parmar" userId="98bc1edb5c52e359" providerId="LiveId" clId="{BD972C39-4135-4B06-8E1D-732F2903B60D}" dt="2025-09-12T15:47:23.601" v="2018" actId="1076"/>
          <ac:spMkLst>
            <pc:docMk/>
            <pc:sldMk cId="4129439513" sldId="264"/>
            <ac:spMk id="4" creationId="{7E7E1E53-7721-7C75-3933-CD6A6C1F1F29}"/>
          </ac:spMkLst>
        </pc:spChg>
        <pc:picChg chg="add mod">
          <ac:chgData name="Virajsinh Parmar" userId="98bc1edb5c52e359" providerId="LiveId" clId="{BD972C39-4135-4B06-8E1D-732F2903B60D}" dt="2025-09-12T18:55:10.372" v="2594" actId="1036"/>
          <ac:picMkLst>
            <pc:docMk/>
            <pc:sldMk cId="4129439513" sldId="264"/>
            <ac:picMk id="6" creationId="{D3F8F575-0C25-AE6B-B7E7-C9D1357D44E3}"/>
          </ac:picMkLst>
        </pc:picChg>
        <pc:picChg chg="add mod">
          <ac:chgData name="Virajsinh Parmar" userId="98bc1edb5c52e359" providerId="LiveId" clId="{BD972C39-4135-4B06-8E1D-732F2903B60D}" dt="2025-09-12T15:46:13.351" v="2010" actId="1036"/>
          <ac:picMkLst>
            <pc:docMk/>
            <pc:sldMk cId="4129439513" sldId="264"/>
            <ac:picMk id="3074" creationId="{9F5DD82B-2972-50C0-9C7D-20925B8412C7}"/>
          </ac:picMkLst>
        </pc:picChg>
        <pc:picChg chg="add mod">
          <ac:chgData name="Virajsinh Parmar" userId="98bc1edb5c52e359" providerId="LiveId" clId="{BD972C39-4135-4B06-8E1D-732F2903B60D}" dt="2025-09-12T15:46:14.779" v="2011" actId="1036"/>
          <ac:picMkLst>
            <pc:docMk/>
            <pc:sldMk cId="4129439513" sldId="264"/>
            <ac:picMk id="3076" creationId="{C7492362-C33A-CC8C-A6F3-0ECC7C2BF808}"/>
          </ac:picMkLst>
        </pc:picChg>
      </pc:sldChg>
      <pc:sldChg chg="del">
        <pc:chgData name="Virajsinh Parmar" userId="98bc1edb5c52e359" providerId="LiveId" clId="{BD972C39-4135-4B06-8E1D-732F2903B60D}" dt="2025-09-13T05:40:27.164" v="3097" actId="47"/>
        <pc:sldMkLst>
          <pc:docMk/>
          <pc:sldMk cId="1827431122" sldId="265"/>
        </pc:sldMkLst>
      </pc:sldChg>
      <pc:sldChg chg="del">
        <pc:chgData name="Virajsinh Parmar" userId="98bc1edb5c52e359" providerId="LiveId" clId="{BD972C39-4135-4B06-8E1D-732F2903B60D}" dt="2025-09-13T05:40:26.583" v="3096" actId="47"/>
        <pc:sldMkLst>
          <pc:docMk/>
          <pc:sldMk cId="2521986180" sldId="266"/>
        </pc:sldMkLst>
      </pc:sldChg>
      <pc:sldChg chg="addSp delSp modSp new mod">
        <pc:chgData name="Virajsinh Parmar" userId="98bc1edb5c52e359" providerId="LiveId" clId="{BD972C39-4135-4B06-8E1D-732F2903B60D}" dt="2025-09-12T14:51:06.865" v="1688" actId="255"/>
        <pc:sldMkLst>
          <pc:docMk/>
          <pc:sldMk cId="4096093663" sldId="267"/>
        </pc:sldMkLst>
        <pc:spChg chg="mod">
          <ac:chgData name="Virajsinh Parmar" userId="98bc1edb5c52e359" providerId="LiveId" clId="{BD972C39-4135-4B06-8E1D-732F2903B60D}" dt="2025-09-12T14:37:01.179" v="1685" actId="1076"/>
          <ac:spMkLst>
            <pc:docMk/>
            <pc:sldMk cId="4096093663" sldId="267"/>
            <ac:spMk id="2" creationId="{79C2111E-3B48-C339-85BF-BC15FE81E750}"/>
          </ac:spMkLst>
        </pc:spChg>
        <pc:spChg chg="del mod">
          <ac:chgData name="Virajsinh Parmar" userId="98bc1edb5c52e359" providerId="LiveId" clId="{BD972C39-4135-4B06-8E1D-732F2903B60D}" dt="2025-09-12T12:42:44.317" v="710" actId="478"/>
          <ac:spMkLst>
            <pc:docMk/>
            <pc:sldMk cId="4096093663" sldId="267"/>
            <ac:spMk id="3" creationId="{9F821021-0B35-C235-D013-08B45E1ED93B}"/>
          </ac:spMkLst>
        </pc:spChg>
        <pc:graphicFrameChg chg="add mod modGraphic">
          <ac:chgData name="Virajsinh Parmar" userId="98bc1edb5c52e359" providerId="LiveId" clId="{BD972C39-4135-4B06-8E1D-732F2903B60D}" dt="2025-09-12T13:11:45.632" v="1124" actId="255"/>
          <ac:graphicFrameMkLst>
            <pc:docMk/>
            <pc:sldMk cId="4096093663" sldId="267"/>
            <ac:graphicFrameMk id="7" creationId="{C05E41B9-D68F-9E70-840F-C8DB16565143}"/>
          </ac:graphicFrameMkLst>
        </pc:graphicFrameChg>
        <pc:graphicFrameChg chg="add mod modGraphic">
          <ac:chgData name="Virajsinh Parmar" userId="98bc1edb5c52e359" providerId="LiveId" clId="{BD972C39-4135-4B06-8E1D-732F2903B60D}" dt="2025-09-12T13:11:34.610" v="1122" actId="255"/>
          <ac:graphicFrameMkLst>
            <pc:docMk/>
            <pc:sldMk cId="4096093663" sldId="267"/>
            <ac:graphicFrameMk id="8" creationId="{E0C5EFF0-711B-FFA3-BC74-586DAFDDD5C1}"/>
          </ac:graphicFrameMkLst>
        </pc:graphicFrameChg>
        <pc:graphicFrameChg chg="add mod modGraphic">
          <ac:chgData name="Virajsinh Parmar" userId="98bc1edb5c52e359" providerId="LiveId" clId="{BD972C39-4135-4B06-8E1D-732F2903B60D}" dt="2025-09-12T13:11:20.786" v="1120" actId="255"/>
          <ac:graphicFrameMkLst>
            <pc:docMk/>
            <pc:sldMk cId="4096093663" sldId="267"/>
            <ac:graphicFrameMk id="9" creationId="{FB48FF99-36A8-F035-9FC4-562D77876E16}"/>
          </ac:graphicFrameMkLst>
        </pc:graphicFrameChg>
        <pc:graphicFrameChg chg="add mod modGraphic">
          <ac:chgData name="Virajsinh Parmar" userId="98bc1edb5c52e359" providerId="LiveId" clId="{BD972C39-4135-4B06-8E1D-732F2903B60D}" dt="2025-09-12T14:51:06.865" v="1688" actId="255"/>
          <ac:graphicFrameMkLst>
            <pc:docMk/>
            <pc:sldMk cId="4096093663" sldId="267"/>
            <ac:graphicFrameMk id="10" creationId="{26DA7CB3-C87C-FBD6-B317-BC42A448A412}"/>
          </ac:graphicFrameMkLst>
        </pc:graphicFrameChg>
        <pc:picChg chg="add mod">
          <ac:chgData name="Virajsinh Parmar" userId="98bc1edb5c52e359" providerId="LiveId" clId="{BD972C39-4135-4B06-8E1D-732F2903B60D}" dt="2025-09-12T14:37:09.155" v="1686" actId="1076"/>
          <ac:picMkLst>
            <pc:docMk/>
            <pc:sldMk cId="4096093663" sldId="267"/>
            <ac:picMk id="12" creationId="{8E9AB3C3-7B10-03F8-DB1C-B2F1D5E7ABB4}"/>
          </ac:picMkLst>
        </pc:picChg>
      </pc:sldChg>
      <pc:sldChg chg="add del ord">
        <pc:chgData name="Virajsinh Parmar" userId="98bc1edb5c52e359" providerId="LiveId" clId="{BD972C39-4135-4B06-8E1D-732F2903B60D}" dt="2025-09-13T05:40:29.722" v="3101" actId="47"/>
        <pc:sldMkLst>
          <pc:docMk/>
          <pc:sldMk cId="3885537235" sldId="268"/>
        </pc:sldMkLst>
      </pc:sldChg>
      <pc:sldChg chg="add del">
        <pc:chgData name="Virajsinh Parmar" userId="98bc1edb5c52e359" providerId="LiveId" clId="{BD972C39-4135-4B06-8E1D-732F2903B60D}" dt="2025-09-13T05:40:27.581" v="3098" actId="47"/>
        <pc:sldMkLst>
          <pc:docMk/>
          <pc:sldMk cId="2410736685" sldId="269"/>
        </pc:sldMkLst>
      </pc:sldChg>
      <pc:sldChg chg="addSp delSp modSp add mod">
        <pc:chgData name="Virajsinh Parmar" userId="98bc1edb5c52e359" providerId="LiveId" clId="{BD972C39-4135-4B06-8E1D-732F2903B60D}" dt="2025-09-12T18:55:26.978" v="2597" actId="1038"/>
        <pc:sldMkLst>
          <pc:docMk/>
          <pc:sldMk cId="3085622223" sldId="270"/>
        </pc:sldMkLst>
        <pc:spChg chg="del mod">
          <ac:chgData name="Virajsinh Parmar" userId="98bc1edb5c52e359" providerId="LiveId" clId="{BD972C39-4135-4B06-8E1D-732F2903B60D}" dt="2025-09-12T15:22:15.472" v="1863" actId="478"/>
          <ac:spMkLst>
            <pc:docMk/>
            <pc:sldMk cId="3085622223" sldId="270"/>
            <ac:spMk id="4" creationId="{C30CEE3D-C6E9-C67E-917C-92F2EBE1F4EE}"/>
          </ac:spMkLst>
        </pc:spChg>
        <pc:picChg chg="add del mod">
          <ac:chgData name="Virajsinh Parmar" userId="98bc1edb5c52e359" providerId="LiveId" clId="{BD972C39-4135-4B06-8E1D-732F2903B60D}" dt="2025-09-12T15:43:03.834" v="1978" actId="478"/>
          <ac:picMkLst>
            <pc:docMk/>
            <pc:sldMk cId="3085622223" sldId="270"/>
            <ac:picMk id="5" creationId="{7016207A-1572-8716-AEFB-50063437C879}"/>
          </ac:picMkLst>
        </pc:picChg>
        <pc:picChg chg="del">
          <ac:chgData name="Virajsinh Parmar" userId="98bc1edb5c52e359" providerId="LiveId" clId="{BD972C39-4135-4B06-8E1D-732F2903B60D}" dt="2025-09-12T15:22:10.058" v="1861" actId="478"/>
          <ac:picMkLst>
            <pc:docMk/>
            <pc:sldMk cId="3085622223" sldId="270"/>
            <ac:picMk id="6" creationId="{5C16409F-C534-E3F4-85DC-EFDDA025F39D}"/>
          </ac:picMkLst>
        </pc:picChg>
        <pc:picChg chg="del">
          <ac:chgData name="Virajsinh Parmar" userId="98bc1edb5c52e359" providerId="LiveId" clId="{BD972C39-4135-4B06-8E1D-732F2903B60D}" dt="2025-09-12T15:22:08.161" v="1860" actId="478"/>
          <ac:picMkLst>
            <pc:docMk/>
            <pc:sldMk cId="3085622223" sldId="270"/>
            <ac:picMk id="3074" creationId="{26A51A42-6BC4-4AB4-EB3E-9966647E8998}"/>
          </ac:picMkLst>
        </pc:picChg>
        <pc:picChg chg="add del mod">
          <ac:chgData name="Virajsinh Parmar" userId="98bc1edb5c52e359" providerId="LiveId" clId="{BD972C39-4135-4B06-8E1D-732F2903B60D}" dt="2025-09-12T15:41:04.969" v="1947" actId="478"/>
          <ac:picMkLst>
            <pc:docMk/>
            <pc:sldMk cId="3085622223" sldId="270"/>
            <ac:picMk id="4098" creationId="{3BB7CBC9-AF99-2E36-4F9F-7559A04F9409}"/>
          </ac:picMkLst>
        </pc:picChg>
        <pc:picChg chg="add del mod">
          <ac:chgData name="Virajsinh Parmar" userId="98bc1edb5c52e359" providerId="LiveId" clId="{BD972C39-4135-4B06-8E1D-732F2903B60D}" dt="2025-09-12T15:41:04.969" v="1947" actId="478"/>
          <ac:picMkLst>
            <pc:docMk/>
            <pc:sldMk cId="3085622223" sldId="270"/>
            <ac:picMk id="4100" creationId="{0E48F4D2-940B-F99C-780E-ED3AE0E026B3}"/>
          </ac:picMkLst>
        </pc:picChg>
        <pc:picChg chg="add del mod">
          <ac:chgData name="Virajsinh Parmar" userId="98bc1edb5c52e359" providerId="LiveId" clId="{BD972C39-4135-4B06-8E1D-732F2903B60D}" dt="2025-09-12T15:41:34.345" v="1958" actId="478"/>
          <ac:picMkLst>
            <pc:docMk/>
            <pc:sldMk cId="3085622223" sldId="270"/>
            <ac:picMk id="4102" creationId="{106DB9DA-4DE6-6378-791C-0793838D4A63}"/>
          </ac:picMkLst>
        </pc:picChg>
        <pc:picChg chg="add del mod">
          <ac:chgData name="Virajsinh Parmar" userId="98bc1edb5c52e359" providerId="LiveId" clId="{BD972C39-4135-4B06-8E1D-732F2903B60D}" dt="2025-09-12T15:41:34.345" v="1958" actId="478"/>
          <ac:picMkLst>
            <pc:docMk/>
            <pc:sldMk cId="3085622223" sldId="270"/>
            <ac:picMk id="4104" creationId="{30D5BFAB-3F1C-9A86-1C7C-67CBCA76202E}"/>
          </ac:picMkLst>
        </pc:picChg>
        <pc:picChg chg="add del mod">
          <ac:chgData name="Virajsinh Parmar" userId="98bc1edb5c52e359" providerId="LiveId" clId="{BD972C39-4135-4B06-8E1D-732F2903B60D}" dt="2025-09-12T15:43:40.132" v="1987" actId="478"/>
          <ac:picMkLst>
            <pc:docMk/>
            <pc:sldMk cId="3085622223" sldId="270"/>
            <ac:picMk id="4106" creationId="{99EE0E81-136F-2D16-1895-997C711CE786}"/>
          </ac:picMkLst>
        </pc:picChg>
        <pc:picChg chg="add mod">
          <ac:chgData name="Virajsinh Parmar" userId="98bc1edb5c52e359" providerId="LiveId" clId="{BD972C39-4135-4B06-8E1D-732F2903B60D}" dt="2025-09-12T15:42:24.303" v="1969" actId="1076"/>
          <ac:picMkLst>
            <pc:docMk/>
            <pc:sldMk cId="3085622223" sldId="270"/>
            <ac:picMk id="4108" creationId="{29D23426-4EF6-2107-D09B-BADBE7542DA6}"/>
          </ac:picMkLst>
        </pc:picChg>
        <pc:picChg chg="add mod">
          <ac:chgData name="Virajsinh Parmar" userId="98bc1edb5c52e359" providerId="LiveId" clId="{BD972C39-4135-4B06-8E1D-732F2903B60D}" dt="2025-09-12T18:55:24.804" v="2596" actId="1038"/>
          <ac:picMkLst>
            <pc:docMk/>
            <pc:sldMk cId="3085622223" sldId="270"/>
            <ac:picMk id="4110" creationId="{F8B1964C-A4F3-DF37-9A3C-956B618CC36A}"/>
          </ac:picMkLst>
        </pc:picChg>
        <pc:picChg chg="add mod">
          <ac:chgData name="Virajsinh Parmar" userId="98bc1edb5c52e359" providerId="LiveId" clId="{BD972C39-4135-4B06-8E1D-732F2903B60D}" dt="2025-09-12T18:55:26.978" v="2597" actId="1038"/>
          <ac:picMkLst>
            <pc:docMk/>
            <pc:sldMk cId="3085622223" sldId="270"/>
            <ac:picMk id="4112" creationId="{83684513-95B4-1D30-85CC-E21B04C5863B}"/>
          </ac:picMkLst>
        </pc:picChg>
      </pc:sldChg>
      <pc:sldChg chg="delSp modSp add del mod ord">
        <pc:chgData name="Virajsinh Parmar" userId="98bc1edb5c52e359" providerId="LiveId" clId="{BD972C39-4135-4B06-8E1D-732F2903B60D}" dt="2025-09-12T15:33:21.935" v="1939" actId="47"/>
        <pc:sldMkLst>
          <pc:docMk/>
          <pc:sldMk cId="1930868957" sldId="271"/>
        </pc:sldMkLst>
        <pc:spChg chg="del">
          <ac:chgData name="Virajsinh Parmar" userId="98bc1edb5c52e359" providerId="LiveId" clId="{BD972C39-4135-4B06-8E1D-732F2903B60D}" dt="2025-09-12T15:32:03.152" v="1921" actId="478"/>
          <ac:spMkLst>
            <pc:docMk/>
            <pc:sldMk cId="1930868957" sldId="271"/>
            <ac:spMk id="4" creationId="{2E0E910D-40EF-85BA-25DF-7653AE876E53}"/>
          </ac:spMkLst>
        </pc:spChg>
        <pc:picChg chg="del">
          <ac:chgData name="Virajsinh Parmar" userId="98bc1edb5c52e359" providerId="LiveId" clId="{BD972C39-4135-4B06-8E1D-732F2903B60D}" dt="2025-09-12T15:32:05.368" v="1922" actId="478"/>
          <ac:picMkLst>
            <pc:docMk/>
            <pc:sldMk cId="1930868957" sldId="271"/>
            <ac:picMk id="6" creationId="{8FFF286C-53BA-0773-A401-54E972CB0919}"/>
          </ac:picMkLst>
        </pc:picChg>
        <pc:picChg chg="mod">
          <ac:chgData name="Virajsinh Parmar" userId="98bc1edb5c52e359" providerId="LiveId" clId="{BD972C39-4135-4B06-8E1D-732F2903B60D}" dt="2025-09-12T15:32:56.248" v="1934" actId="1076"/>
          <ac:picMkLst>
            <pc:docMk/>
            <pc:sldMk cId="1930868957" sldId="271"/>
            <ac:picMk id="3074" creationId="{3DB242AF-F8AB-48EB-C6F8-A21A43D4AE03}"/>
          </ac:picMkLst>
        </pc:picChg>
        <pc:picChg chg="mod">
          <ac:chgData name="Virajsinh Parmar" userId="98bc1edb5c52e359" providerId="LiveId" clId="{BD972C39-4135-4B06-8E1D-732F2903B60D}" dt="2025-09-12T15:33:06.380" v="1937" actId="14100"/>
          <ac:picMkLst>
            <pc:docMk/>
            <pc:sldMk cId="1930868957" sldId="271"/>
            <ac:picMk id="3076" creationId="{ED96215F-A6C3-E63A-AA4F-72F3F38BFF0C}"/>
          </ac:picMkLst>
        </pc:picChg>
      </pc:sldChg>
      <pc:sldChg chg="addSp delSp modSp add mod">
        <pc:chgData name="Virajsinh Parmar" userId="98bc1edb5c52e359" providerId="LiveId" clId="{BD972C39-4135-4B06-8E1D-732F2903B60D}" dt="2025-09-12T16:14:15.039" v="2160" actId="20577"/>
        <pc:sldMkLst>
          <pc:docMk/>
          <pc:sldMk cId="2397233305" sldId="271"/>
        </pc:sldMkLst>
        <pc:spChg chg="add mod">
          <ac:chgData name="Virajsinh Parmar" userId="98bc1edb5c52e359" providerId="LiveId" clId="{BD972C39-4135-4B06-8E1D-732F2903B60D}" dt="2025-09-12T16:14:15.039" v="2160" actId="20577"/>
          <ac:spMkLst>
            <pc:docMk/>
            <pc:sldMk cId="2397233305" sldId="271"/>
            <ac:spMk id="4" creationId="{39C2D527-CCE6-FAFD-5D55-22CA2D975903}"/>
          </ac:spMkLst>
        </pc:spChg>
        <pc:picChg chg="del">
          <ac:chgData name="Virajsinh Parmar" userId="98bc1edb5c52e359" providerId="LiveId" clId="{BD972C39-4135-4B06-8E1D-732F2903B60D}" dt="2025-09-12T15:48:01.447" v="2022" actId="478"/>
          <ac:picMkLst>
            <pc:docMk/>
            <pc:sldMk cId="2397233305" sldId="271"/>
            <ac:picMk id="4110" creationId="{0D63C6DA-1EA6-5CE2-A7BF-49BC9350623D}"/>
          </ac:picMkLst>
        </pc:picChg>
        <pc:picChg chg="del">
          <ac:chgData name="Virajsinh Parmar" userId="98bc1edb5c52e359" providerId="LiveId" clId="{BD972C39-4135-4B06-8E1D-732F2903B60D}" dt="2025-09-12T15:47:59.717" v="2021" actId="478"/>
          <ac:picMkLst>
            <pc:docMk/>
            <pc:sldMk cId="2397233305" sldId="271"/>
            <ac:picMk id="4112" creationId="{FD93280C-1DDF-3423-1290-80352CD02FB3}"/>
          </ac:picMkLst>
        </pc:picChg>
      </pc:sldChg>
      <pc:sldChg chg="addSp delSp modSp add mod">
        <pc:chgData name="Virajsinh Parmar" userId="98bc1edb5c52e359" providerId="LiveId" clId="{BD972C39-4135-4B06-8E1D-732F2903B60D}" dt="2025-09-12T16:07:40.282" v="2114" actId="14100"/>
        <pc:sldMkLst>
          <pc:docMk/>
          <pc:sldMk cId="84104968" sldId="272"/>
        </pc:sldMkLst>
        <pc:spChg chg="del mod">
          <ac:chgData name="Virajsinh Parmar" userId="98bc1edb5c52e359" providerId="LiveId" clId="{BD972C39-4135-4B06-8E1D-732F2903B60D}" dt="2025-09-12T16:03:32.264" v="2078" actId="478"/>
          <ac:spMkLst>
            <pc:docMk/>
            <pc:sldMk cId="84104968" sldId="272"/>
            <ac:spMk id="4" creationId="{B34A4ECA-342D-16DF-4688-BF3C6802F83F}"/>
          </ac:spMkLst>
        </pc:spChg>
        <pc:picChg chg="add mod">
          <ac:chgData name="Virajsinh Parmar" userId="98bc1edb5c52e359" providerId="LiveId" clId="{BD972C39-4135-4B06-8E1D-732F2903B60D}" dt="2025-09-12T16:07:40.282" v="2114" actId="14100"/>
          <ac:picMkLst>
            <pc:docMk/>
            <pc:sldMk cId="84104968" sldId="272"/>
            <ac:picMk id="5122" creationId="{F6B22548-44F6-A2C7-4CA1-BC5F70251211}"/>
          </ac:picMkLst>
        </pc:picChg>
        <pc:picChg chg="add mod">
          <ac:chgData name="Virajsinh Parmar" userId="98bc1edb5c52e359" providerId="LiveId" clId="{BD972C39-4135-4B06-8E1D-732F2903B60D}" dt="2025-09-12T16:04:32.623" v="2089" actId="14100"/>
          <ac:picMkLst>
            <pc:docMk/>
            <pc:sldMk cId="84104968" sldId="272"/>
            <ac:picMk id="5124" creationId="{7FDED519-B965-33E9-9548-F40BFCD985FF}"/>
          </ac:picMkLst>
        </pc:picChg>
        <pc:picChg chg="add mod">
          <ac:chgData name="Virajsinh Parmar" userId="98bc1edb5c52e359" providerId="LiveId" clId="{BD972C39-4135-4B06-8E1D-732F2903B60D}" dt="2025-09-12T16:04:45.535" v="2092" actId="1076"/>
          <ac:picMkLst>
            <pc:docMk/>
            <pc:sldMk cId="84104968" sldId="272"/>
            <ac:picMk id="5126" creationId="{07CC4F13-2648-4ABD-5F61-716E3FCD95F1}"/>
          </ac:picMkLst>
        </pc:picChg>
        <pc:picChg chg="add mod">
          <ac:chgData name="Virajsinh Parmar" userId="98bc1edb5c52e359" providerId="LiveId" clId="{BD972C39-4135-4B06-8E1D-732F2903B60D}" dt="2025-09-12T16:07:33.951" v="2111" actId="14100"/>
          <ac:picMkLst>
            <pc:docMk/>
            <pc:sldMk cId="84104968" sldId="272"/>
            <ac:picMk id="5128" creationId="{7853D8B6-7AC5-82A2-79AD-B56423160655}"/>
          </ac:picMkLst>
        </pc:picChg>
      </pc:sldChg>
      <pc:sldChg chg="addSp delSp modSp add mod">
        <pc:chgData name="Virajsinh Parmar" userId="98bc1edb5c52e359" providerId="LiveId" clId="{BD972C39-4135-4B06-8E1D-732F2903B60D}" dt="2025-09-12T16:15:39.623" v="2179" actId="113"/>
        <pc:sldMkLst>
          <pc:docMk/>
          <pc:sldMk cId="3324673063" sldId="273"/>
        </pc:sldMkLst>
        <pc:spChg chg="add mod">
          <ac:chgData name="Virajsinh Parmar" userId="98bc1edb5c52e359" providerId="LiveId" clId="{BD972C39-4135-4B06-8E1D-732F2903B60D}" dt="2025-09-12T16:15:39.623" v="2179" actId="113"/>
          <ac:spMkLst>
            <pc:docMk/>
            <pc:sldMk cId="3324673063" sldId="273"/>
            <ac:spMk id="4" creationId="{25DE8199-3216-7BEB-BEEE-6ADE76497CD8}"/>
          </ac:spMkLst>
        </pc:spChg>
        <pc:picChg chg="del">
          <ac:chgData name="Virajsinh Parmar" userId="98bc1edb5c52e359" providerId="LiveId" clId="{BD972C39-4135-4B06-8E1D-732F2903B60D}" dt="2025-09-12T16:07:52.334" v="2116" actId="478"/>
          <ac:picMkLst>
            <pc:docMk/>
            <pc:sldMk cId="3324673063" sldId="273"/>
            <ac:picMk id="5122" creationId="{86B49A7A-6CE7-450A-DD59-6E4D158CA3B5}"/>
          </ac:picMkLst>
        </pc:picChg>
        <pc:picChg chg="del">
          <ac:chgData name="Virajsinh Parmar" userId="98bc1edb5c52e359" providerId="LiveId" clId="{BD972C39-4135-4B06-8E1D-732F2903B60D}" dt="2025-09-12T16:07:54.889" v="2117" actId="478"/>
          <ac:picMkLst>
            <pc:docMk/>
            <pc:sldMk cId="3324673063" sldId="273"/>
            <ac:picMk id="5128" creationId="{A70549CF-2232-191B-4A85-2A761AFBC54A}"/>
          </ac:picMkLst>
        </pc:picChg>
      </pc:sldChg>
      <pc:sldChg chg="addSp delSp modSp add mod">
        <pc:chgData name="Virajsinh Parmar" userId="98bc1edb5c52e359" providerId="LiveId" clId="{BD972C39-4135-4B06-8E1D-732F2903B60D}" dt="2025-09-12T16:34:59.263" v="2262" actId="14100"/>
        <pc:sldMkLst>
          <pc:docMk/>
          <pc:sldMk cId="2454738029" sldId="274"/>
        </pc:sldMkLst>
        <pc:spChg chg="del">
          <ac:chgData name="Virajsinh Parmar" userId="98bc1edb5c52e359" providerId="LiveId" clId="{BD972C39-4135-4B06-8E1D-732F2903B60D}" dt="2025-09-12T16:26:38.394" v="2187" actId="478"/>
          <ac:spMkLst>
            <pc:docMk/>
            <pc:sldMk cId="2454738029" sldId="274"/>
            <ac:spMk id="3" creationId="{6DCACFE3-0EE3-8691-3EB4-6E3371C2F0BA}"/>
          </ac:spMkLst>
        </pc:spChg>
        <pc:spChg chg="del">
          <ac:chgData name="Virajsinh Parmar" userId="98bc1edb5c52e359" providerId="LiveId" clId="{BD972C39-4135-4B06-8E1D-732F2903B60D}" dt="2025-09-12T16:16:39.595" v="2181" actId="478"/>
          <ac:spMkLst>
            <pc:docMk/>
            <pc:sldMk cId="2454738029" sldId="274"/>
            <ac:spMk id="4" creationId="{12AA5924-8537-20C5-FE33-FC92F64D7EAC}"/>
          </ac:spMkLst>
        </pc:spChg>
        <pc:picChg chg="add del mod">
          <ac:chgData name="Virajsinh Parmar" userId="98bc1edb5c52e359" providerId="LiveId" clId="{BD972C39-4135-4B06-8E1D-732F2903B60D}" dt="2025-09-12T16:30:54.672" v="2223" actId="478"/>
          <ac:picMkLst>
            <pc:docMk/>
            <pc:sldMk cId="2454738029" sldId="274"/>
            <ac:picMk id="6146" creationId="{E0CC631A-9FB2-0D5D-5289-B63D7D51986E}"/>
          </ac:picMkLst>
        </pc:picChg>
        <pc:picChg chg="add del mod">
          <ac:chgData name="Virajsinh Parmar" userId="98bc1edb5c52e359" providerId="LiveId" clId="{BD972C39-4135-4B06-8E1D-732F2903B60D}" dt="2025-09-12T16:33:15.701" v="2245" actId="478"/>
          <ac:picMkLst>
            <pc:docMk/>
            <pc:sldMk cId="2454738029" sldId="274"/>
            <ac:picMk id="6148" creationId="{AEC80E5A-2163-3879-BE0D-ACEB0BFA3C1B}"/>
          </ac:picMkLst>
        </pc:picChg>
        <pc:picChg chg="add del mod">
          <ac:chgData name="Virajsinh Parmar" userId="98bc1edb5c52e359" providerId="LiveId" clId="{BD972C39-4135-4B06-8E1D-732F2903B60D}" dt="2025-09-12T16:31:11.289" v="2230" actId="478"/>
          <ac:picMkLst>
            <pc:docMk/>
            <pc:sldMk cId="2454738029" sldId="274"/>
            <ac:picMk id="6150" creationId="{BFEE8B36-2F4C-7EB5-2E86-FC5F5A8156B3}"/>
          </ac:picMkLst>
        </pc:picChg>
        <pc:picChg chg="add mod">
          <ac:chgData name="Virajsinh Parmar" userId="98bc1edb5c52e359" providerId="LiveId" clId="{BD972C39-4135-4B06-8E1D-732F2903B60D}" dt="2025-09-12T16:33:44.821" v="2251" actId="14100"/>
          <ac:picMkLst>
            <pc:docMk/>
            <pc:sldMk cId="2454738029" sldId="274"/>
            <ac:picMk id="6152" creationId="{F975BF2C-83AB-7914-F02B-ECC7FF8C4722}"/>
          </ac:picMkLst>
        </pc:picChg>
        <pc:picChg chg="add mod">
          <ac:chgData name="Virajsinh Parmar" userId="98bc1edb5c52e359" providerId="LiveId" clId="{BD972C39-4135-4B06-8E1D-732F2903B60D}" dt="2025-09-12T16:31:31.280" v="2233" actId="14100"/>
          <ac:picMkLst>
            <pc:docMk/>
            <pc:sldMk cId="2454738029" sldId="274"/>
            <ac:picMk id="6154" creationId="{183B8AFD-3085-2617-FE4C-6E6A86A83B19}"/>
          </ac:picMkLst>
        </pc:picChg>
        <pc:picChg chg="add mod">
          <ac:chgData name="Virajsinh Parmar" userId="98bc1edb5c52e359" providerId="LiveId" clId="{BD972C39-4135-4B06-8E1D-732F2903B60D}" dt="2025-09-12T16:33:12.082" v="2244" actId="14100"/>
          <ac:picMkLst>
            <pc:docMk/>
            <pc:sldMk cId="2454738029" sldId="274"/>
            <ac:picMk id="6156" creationId="{C5C66634-B75F-DAA4-E45C-9F8F08F21936}"/>
          </ac:picMkLst>
        </pc:picChg>
        <pc:picChg chg="add del mod">
          <ac:chgData name="Virajsinh Parmar" userId="98bc1edb5c52e359" providerId="LiveId" clId="{BD972C39-4135-4B06-8E1D-732F2903B60D}" dt="2025-09-12T16:34:36.069" v="2256" actId="478"/>
          <ac:picMkLst>
            <pc:docMk/>
            <pc:sldMk cId="2454738029" sldId="274"/>
            <ac:picMk id="6158" creationId="{1078BD6D-9587-B031-F7D8-312775050167}"/>
          </ac:picMkLst>
        </pc:picChg>
        <pc:picChg chg="add mod">
          <ac:chgData name="Virajsinh Parmar" userId="98bc1edb5c52e359" providerId="LiveId" clId="{BD972C39-4135-4B06-8E1D-732F2903B60D}" dt="2025-09-12T16:34:59.263" v="2262" actId="14100"/>
          <ac:picMkLst>
            <pc:docMk/>
            <pc:sldMk cId="2454738029" sldId="274"/>
            <ac:picMk id="6160" creationId="{A17B5A21-105A-BB63-44E5-726DE5E1A6ED}"/>
          </ac:picMkLst>
        </pc:picChg>
      </pc:sldChg>
      <pc:sldChg chg="addSp delSp modSp add mod">
        <pc:chgData name="Virajsinh Parmar" userId="98bc1edb5c52e359" providerId="LiveId" clId="{BD972C39-4135-4B06-8E1D-732F2903B60D}" dt="2025-09-12T16:44:37.111" v="2300" actId="5793"/>
        <pc:sldMkLst>
          <pc:docMk/>
          <pc:sldMk cId="619912023" sldId="275"/>
        </pc:sldMkLst>
        <pc:spChg chg="add mod">
          <ac:chgData name="Virajsinh Parmar" userId="98bc1edb5c52e359" providerId="LiveId" clId="{BD972C39-4135-4B06-8E1D-732F2903B60D}" dt="2025-09-12T16:44:37.111" v="2300" actId="5793"/>
          <ac:spMkLst>
            <pc:docMk/>
            <pc:sldMk cId="619912023" sldId="275"/>
            <ac:spMk id="3" creationId="{63A531A3-ED32-4D3A-D313-6F12F454B474}"/>
          </ac:spMkLst>
        </pc:spChg>
        <pc:picChg chg="del">
          <ac:chgData name="Virajsinh Parmar" userId="98bc1edb5c52e359" providerId="LiveId" clId="{BD972C39-4135-4B06-8E1D-732F2903B60D}" dt="2025-09-12T16:36:33.185" v="2265" actId="478"/>
          <ac:picMkLst>
            <pc:docMk/>
            <pc:sldMk cId="619912023" sldId="275"/>
            <ac:picMk id="6152" creationId="{1DA16B4E-6EDD-4671-5E0A-E9B96A243605}"/>
          </ac:picMkLst>
        </pc:picChg>
        <pc:picChg chg="del">
          <ac:chgData name="Virajsinh Parmar" userId="98bc1edb5c52e359" providerId="LiveId" clId="{BD972C39-4135-4B06-8E1D-732F2903B60D}" dt="2025-09-12T16:36:31.438" v="2264" actId="478"/>
          <ac:picMkLst>
            <pc:docMk/>
            <pc:sldMk cId="619912023" sldId="275"/>
            <ac:picMk id="6154" creationId="{9DAD825B-FC18-B0C2-0A72-777436051034}"/>
          </ac:picMkLst>
        </pc:picChg>
        <pc:picChg chg="del">
          <ac:chgData name="Virajsinh Parmar" userId="98bc1edb5c52e359" providerId="LiveId" clId="{BD972C39-4135-4B06-8E1D-732F2903B60D}" dt="2025-09-12T16:36:36.275" v="2267" actId="478"/>
          <ac:picMkLst>
            <pc:docMk/>
            <pc:sldMk cId="619912023" sldId="275"/>
            <ac:picMk id="6156" creationId="{283CFBEF-9CBB-5CDD-E9B0-D1917159991A}"/>
          </ac:picMkLst>
        </pc:picChg>
        <pc:picChg chg="del">
          <ac:chgData name="Virajsinh Parmar" userId="98bc1edb5c52e359" providerId="LiveId" clId="{BD972C39-4135-4B06-8E1D-732F2903B60D}" dt="2025-09-12T16:36:34.865" v="2266" actId="478"/>
          <ac:picMkLst>
            <pc:docMk/>
            <pc:sldMk cId="619912023" sldId="275"/>
            <ac:picMk id="6160" creationId="{CC6A983C-A954-7963-5137-54A086C99238}"/>
          </ac:picMkLst>
        </pc:picChg>
      </pc:sldChg>
      <pc:sldChg chg="addSp delSp modSp add mod">
        <pc:chgData name="Virajsinh Parmar" userId="98bc1edb5c52e359" providerId="LiveId" clId="{BD972C39-4135-4B06-8E1D-732F2903B60D}" dt="2025-09-12T16:54:55.828" v="2337" actId="1076"/>
        <pc:sldMkLst>
          <pc:docMk/>
          <pc:sldMk cId="238795364" sldId="276"/>
        </pc:sldMkLst>
        <pc:spChg chg="del">
          <ac:chgData name="Virajsinh Parmar" userId="98bc1edb5c52e359" providerId="LiveId" clId="{BD972C39-4135-4B06-8E1D-732F2903B60D}" dt="2025-09-12T16:51:46.896" v="2302" actId="478"/>
          <ac:spMkLst>
            <pc:docMk/>
            <pc:sldMk cId="238795364" sldId="276"/>
            <ac:spMk id="3" creationId="{08C26A7D-F082-FD5A-A081-89D9BD3C9F6E}"/>
          </ac:spMkLst>
        </pc:spChg>
        <pc:picChg chg="add del mod">
          <ac:chgData name="Virajsinh Parmar" userId="98bc1edb5c52e359" providerId="LiveId" clId="{BD972C39-4135-4B06-8E1D-732F2903B60D}" dt="2025-09-12T16:53:22.274" v="2320" actId="478"/>
          <ac:picMkLst>
            <pc:docMk/>
            <pc:sldMk cId="238795364" sldId="276"/>
            <ac:picMk id="1026" creationId="{42F93653-4AC2-36AD-595A-901476AB388F}"/>
          </ac:picMkLst>
        </pc:picChg>
        <pc:picChg chg="add del mod">
          <ac:chgData name="Virajsinh Parmar" userId="98bc1edb5c52e359" providerId="LiveId" clId="{BD972C39-4135-4B06-8E1D-732F2903B60D}" dt="2025-09-12T16:53:20.373" v="2319" actId="478"/>
          <ac:picMkLst>
            <pc:docMk/>
            <pc:sldMk cId="238795364" sldId="276"/>
            <ac:picMk id="1028" creationId="{FD304BDE-7754-E535-6427-306A0EDBFC38}"/>
          </ac:picMkLst>
        </pc:picChg>
        <pc:picChg chg="add del mod">
          <ac:chgData name="Virajsinh Parmar" userId="98bc1edb5c52e359" providerId="LiveId" clId="{BD972C39-4135-4B06-8E1D-732F2903B60D}" dt="2025-09-12T16:54:14.957" v="2326" actId="478"/>
          <ac:picMkLst>
            <pc:docMk/>
            <pc:sldMk cId="238795364" sldId="276"/>
            <ac:picMk id="1030" creationId="{EAC455C8-9643-1771-06C4-373A91853EB5}"/>
          </ac:picMkLst>
        </pc:picChg>
        <pc:picChg chg="add mod">
          <ac:chgData name="Virajsinh Parmar" userId="98bc1edb5c52e359" providerId="LiveId" clId="{BD972C39-4135-4B06-8E1D-732F2903B60D}" dt="2025-09-12T16:54:55.828" v="2337" actId="1076"/>
          <ac:picMkLst>
            <pc:docMk/>
            <pc:sldMk cId="238795364" sldId="276"/>
            <ac:picMk id="1032" creationId="{A9327B0C-D07F-4FED-87E1-E59AFD5FB369}"/>
          </ac:picMkLst>
        </pc:picChg>
      </pc:sldChg>
      <pc:sldChg chg="add">
        <pc:chgData name="Virajsinh Parmar" userId="98bc1edb5c52e359" providerId="LiveId" clId="{BD972C39-4135-4B06-8E1D-732F2903B60D}" dt="2025-09-12T16:54:11.488" v="2325" actId="2890"/>
        <pc:sldMkLst>
          <pc:docMk/>
          <pc:sldMk cId="2941908802" sldId="277"/>
        </pc:sldMkLst>
      </pc:sldChg>
      <pc:sldChg chg="addSp delSp modSp add">
        <pc:chgData name="Virajsinh Parmar" userId="98bc1edb5c52e359" providerId="LiveId" clId="{BD972C39-4135-4B06-8E1D-732F2903B60D}" dt="2025-09-12T16:56:17.303" v="2351" actId="1076"/>
        <pc:sldMkLst>
          <pc:docMk/>
          <pc:sldMk cId="3307927469" sldId="278"/>
        </pc:sldMkLst>
        <pc:picChg chg="del">
          <ac:chgData name="Virajsinh Parmar" userId="98bc1edb5c52e359" providerId="LiveId" clId="{BD972C39-4135-4B06-8E1D-732F2903B60D}" dt="2025-09-12T16:55:18.736" v="2339" actId="478"/>
          <ac:picMkLst>
            <pc:docMk/>
            <pc:sldMk cId="3307927469" sldId="278"/>
            <ac:picMk id="1030" creationId="{651827A4-F588-20A1-C8AE-0AD6D11471D5}"/>
          </ac:picMkLst>
        </pc:picChg>
        <pc:picChg chg="add mod">
          <ac:chgData name="Virajsinh Parmar" userId="98bc1edb5c52e359" providerId="LiveId" clId="{BD972C39-4135-4B06-8E1D-732F2903B60D}" dt="2025-09-12T16:55:21.899" v="2340"/>
          <ac:picMkLst>
            <pc:docMk/>
            <pc:sldMk cId="3307927469" sldId="278"/>
            <ac:picMk id="2050" creationId="{B8C00876-98AE-65C1-06E8-B847943C9D4B}"/>
          </ac:picMkLst>
        </pc:picChg>
        <pc:picChg chg="add mod">
          <ac:chgData name="Virajsinh Parmar" userId="98bc1edb5c52e359" providerId="LiveId" clId="{BD972C39-4135-4B06-8E1D-732F2903B60D}" dt="2025-09-12T16:56:17.303" v="2351" actId="1076"/>
          <ac:picMkLst>
            <pc:docMk/>
            <pc:sldMk cId="3307927469" sldId="278"/>
            <ac:picMk id="2052" creationId="{08DB6089-8AAC-8AD5-5EE3-3EA8871B01E4}"/>
          </ac:picMkLst>
        </pc:picChg>
      </pc:sldChg>
      <pc:sldChg chg="addSp delSp modSp add">
        <pc:chgData name="Virajsinh Parmar" userId="98bc1edb5c52e359" providerId="LiveId" clId="{BD972C39-4135-4B06-8E1D-732F2903B60D}" dt="2025-09-12T16:57:37.233" v="2365" actId="14100"/>
        <pc:sldMkLst>
          <pc:docMk/>
          <pc:sldMk cId="340535609" sldId="279"/>
        </pc:sldMkLst>
        <pc:picChg chg="del">
          <ac:chgData name="Virajsinh Parmar" userId="98bc1edb5c52e359" providerId="LiveId" clId="{BD972C39-4135-4B06-8E1D-732F2903B60D}" dt="2025-09-12T16:56:36.544" v="2353" actId="478"/>
          <ac:picMkLst>
            <pc:docMk/>
            <pc:sldMk cId="340535609" sldId="279"/>
            <ac:picMk id="2052" creationId="{D045FA12-AEB6-9522-526B-54FA62EA262A}"/>
          </ac:picMkLst>
        </pc:picChg>
        <pc:picChg chg="add mod">
          <ac:chgData name="Virajsinh Parmar" userId="98bc1edb5c52e359" providerId="LiveId" clId="{BD972C39-4135-4B06-8E1D-732F2903B60D}" dt="2025-09-12T16:57:37.233" v="2365" actId="14100"/>
          <ac:picMkLst>
            <pc:docMk/>
            <pc:sldMk cId="340535609" sldId="279"/>
            <ac:picMk id="3074" creationId="{571ECBA9-DEFC-104F-2704-9B02536290EB}"/>
          </ac:picMkLst>
        </pc:picChg>
      </pc:sldChg>
      <pc:sldChg chg="addSp delSp modSp add">
        <pc:chgData name="Virajsinh Parmar" userId="98bc1edb5c52e359" providerId="LiveId" clId="{BD972C39-4135-4B06-8E1D-732F2903B60D}" dt="2025-09-12T17:01:22.602" v="2388" actId="14100"/>
        <pc:sldMkLst>
          <pc:docMk/>
          <pc:sldMk cId="3225647566" sldId="280"/>
        </pc:sldMkLst>
        <pc:picChg chg="del">
          <ac:chgData name="Virajsinh Parmar" userId="98bc1edb5c52e359" providerId="LiveId" clId="{BD972C39-4135-4B06-8E1D-732F2903B60D}" dt="2025-09-12T16:58:07.400" v="2367" actId="478"/>
          <ac:picMkLst>
            <pc:docMk/>
            <pc:sldMk cId="3225647566" sldId="280"/>
            <ac:picMk id="3074" creationId="{85627CDA-D93D-2F02-599E-16E241FC9F65}"/>
          </ac:picMkLst>
        </pc:picChg>
        <pc:picChg chg="add del mod">
          <ac:chgData name="Virajsinh Parmar" userId="98bc1edb5c52e359" providerId="LiveId" clId="{BD972C39-4135-4B06-8E1D-732F2903B60D}" dt="2025-09-12T16:58:13.439" v="2369" actId="478"/>
          <ac:picMkLst>
            <pc:docMk/>
            <pc:sldMk cId="3225647566" sldId="280"/>
            <ac:picMk id="4098" creationId="{D6DF3D00-DECA-F7F5-9AE2-5B0B111BE1B7}"/>
          </ac:picMkLst>
        </pc:picChg>
        <pc:picChg chg="add del mod">
          <ac:chgData name="Virajsinh Parmar" userId="98bc1edb5c52e359" providerId="LiveId" clId="{BD972C39-4135-4B06-8E1D-732F2903B60D}" dt="2025-09-12T17:00:20.325" v="2375" actId="478"/>
          <ac:picMkLst>
            <pc:docMk/>
            <pc:sldMk cId="3225647566" sldId="280"/>
            <ac:picMk id="4100" creationId="{B7F2C323-24C4-DB02-28C9-F84CF3C4117D}"/>
          </ac:picMkLst>
        </pc:picChg>
        <pc:picChg chg="add del mod">
          <ac:chgData name="Virajsinh Parmar" userId="98bc1edb5c52e359" providerId="LiveId" clId="{BD972C39-4135-4B06-8E1D-732F2903B60D}" dt="2025-09-12T17:00:47.295" v="2382" actId="478"/>
          <ac:picMkLst>
            <pc:docMk/>
            <pc:sldMk cId="3225647566" sldId="280"/>
            <ac:picMk id="4102" creationId="{5E888569-C72C-1EBE-4467-67C8405CB9EB}"/>
          </ac:picMkLst>
        </pc:picChg>
        <pc:picChg chg="add mod">
          <ac:chgData name="Virajsinh Parmar" userId="98bc1edb5c52e359" providerId="LiveId" clId="{BD972C39-4135-4B06-8E1D-732F2903B60D}" dt="2025-09-12T17:01:22.602" v="2388" actId="14100"/>
          <ac:picMkLst>
            <pc:docMk/>
            <pc:sldMk cId="3225647566" sldId="280"/>
            <ac:picMk id="4104" creationId="{66BF2ED2-FAAD-58A5-AF48-E791FE1326BF}"/>
          </ac:picMkLst>
        </pc:picChg>
      </pc:sldChg>
      <pc:sldChg chg="addSp delSp modSp add del">
        <pc:chgData name="Virajsinh Parmar" userId="98bc1edb5c52e359" providerId="LiveId" clId="{BD972C39-4135-4B06-8E1D-732F2903B60D}" dt="2025-09-12T17:02:11.755" v="2398" actId="1076"/>
        <pc:sldMkLst>
          <pc:docMk/>
          <pc:sldMk cId="327325927" sldId="281"/>
        </pc:sldMkLst>
        <pc:picChg chg="del">
          <ac:chgData name="Virajsinh Parmar" userId="98bc1edb5c52e359" providerId="LiveId" clId="{BD972C39-4135-4B06-8E1D-732F2903B60D}" dt="2025-09-12T17:01:48.644" v="2392" actId="478"/>
          <ac:picMkLst>
            <pc:docMk/>
            <pc:sldMk cId="327325927" sldId="281"/>
            <ac:picMk id="4104" creationId="{DE3B14C4-81B0-0604-D9D7-F7930AEDCE2B}"/>
          </ac:picMkLst>
        </pc:picChg>
        <pc:picChg chg="add mod">
          <ac:chgData name="Virajsinh Parmar" userId="98bc1edb5c52e359" providerId="LiveId" clId="{BD972C39-4135-4B06-8E1D-732F2903B60D}" dt="2025-09-12T17:02:11.755" v="2398" actId="1076"/>
          <ac:picMkLst>
            <pc:docMk/>
            <pc:sldMk cId="327325927" sldId="281"/>
            <ac:picMk id="5122" creationId="{8CB00B4D-BE5A-8B99-C1C6-1D962766F5EC}"/>
          </ac:picMkLst>
        </pc:picChg>
      </pc:sldChg>
      <pc:sldChg chg="addSp delSp modSp add del">
        <pc:chgData name="Virajsinh Parmar" userId="98bc1edb5c52e359" providerId="LiveId" clId="{BD972C39-4135-4B06-8E1D-732F2903B60D}" dt="2025-09-12T17:02:57.183" v="2407" actId="14100"/>
        <pc:sldMkLst>
          <pc:docMk/>
          <pc:sldMk cId="2845146852" sldId="282"/>
        </pc:sldMkLst>
        <pc:picChg chg="del">
          <ac:chgData name="Virajsinh Parmar" userId="98bc1edb5c52e359" providerId="LiveId" clId="{BD972C39-4135-4B06-8E1D-732F2903B60D}" dt="2025-09-12T17:02:38.028" v="2402" actId="478"/>
          <ac:picMkLst>
            <pc:docMk/>
            <pc:sldMk cId="2845146852" sldId="282"/>
            <ac:picMk id="5122" creationId="{9F3F98E7-E311-4E88-0809-D8A0914F32C4}"/>
          </ac:picMkLst>
        </pc:picChg>
        <pc:picChg chg="add mod">
          <ac:chgData name="Virajsinh Parmar" userId="98bc1edb5c52e359" providerId="LiveId" clId="{BD972C39-4135-4B06-8E1D-732F2903B60D}" dt="2025-09-12T17:02:57.183" v="2407" actId="14100"/>
          <ac:picMkLst>
            <pc:docMk/>
            <pc:sldMk cId="2845146852" sldId="282"/>
            <ac:picMk id="6146" creationId="{8045AD8C-C264-96F6-0DA1-51C919954F8D}"/>
          </ac:picMkLst>
        </pc:picChg>
      </pc:sldChg>
      <pc:sldChg chg="addSp delSp modSp add">
        <pc:chgData name="Virajsinh Parmar" userId="98bc1edb5c52e359" providerId="LiveId" clId="{BD972C39-4135-4B06-8E1D-732F2903B60D}" dt="2025-09-12T17:04:21.388" v="2416" actId="14100"/>
        <pc:sldMkLst>
          <pc:docMk/>
          <pc:sldMk cId="2692657787" sldId="283"/>
        </pc:sldMkLst>
        <pc:picChg chg="del">
          <ac:chgData name="Virajsinh Parmar" userId="98bc1edb5c52e359" providerId="LiveId" clId="{BD972C39-4135-4B06-8E1D-732F2903B60D}" dt="2025-09-12T17:03:49.430" v="2409" actId="478"/>
          <ac:picMkLst>
            <pc:docMk/>
            <pc:sldMk cId="2692657787" sldId="283"/>
            <ac:picMk id="6146" creationId="{28859940-5D3D-16E2-9A47-69EA5F353721}"/>
          </ac:picMkLst>
        </pc:picChg>
        <pc:picChg chg="add mod">
          <ac:chgData name="Virajsinh Parmar" userId="98bc1edb5c52e359" providerId="LiveId" clId="{BD972C39-4135-4B06-8E1D-732F2903B60D}" dt="2025-09-12T17:04:21.388" v="2416" actId="14100"/>
          <ac:picMkLst>
            <pc:docMk/>
            <pc:sldMk cId="2692657787" sldId="283"/>
            <ac:picMk id="7170" creationId="{81977F74-BEC9-3E71-CA14-0DE2E6EBAE67}"/>
          </ac:picMkLst>
        </pc:picChg>
      </pc:sldChg>
      <pc:sldChg chg="addSp delSp modSp add">
        <pc:chgData name="Virajsinh Parmar" userId="98bc1edb5c52e359" providerId="LiveId" clId="{BD972C39-4135-4B06-8E1D-732F2903B60D}" dt="2025-09-12T17:05:18.037" v="2425" actId="14100"/>
        <pc:sldMkLst>
          <pc:docMk/>
          <pc:sldMk cId="3051266961" sldId="284"/>
        </pc:sldMkLst>
        <pc:picChg chg="del">
          <ac:chgData name="Virajsinh Parmar" userId="98bc1edb5c52e359" providerId="LiveId" clId="{BD972C39-4135-4B06-8E1D-732F2903B60D}" dt="2025-09-12T17:04:54.430" v="2418" actId="478"/>
          <ac:picMkLst>
            <pc:docMk/>
            <pc:sldMk cId="3051266961" sldId="284"/>
            <ac:picMk id="7170" creationId="{0A96E737-23BD-532A-898B-65E9E783D678}"/>
          </ac:picMkLst>
        </pc:picChg>
        <pc:picChg chg="add mod">
          <ac:chgData name="Virajsinh Parmar" userId="98bc1edb5c52e359" providerId="LiveId" clId="{BD972C39-4135-4B06-8E1D-732F2903B60D}" dt="2025-09-12T17:05:18.037" v="2425" actId="14100"/>
          <ac:picMkLst>
            <pc:docMk/>
            <pc:sldMk cId="3051266961" sldId="284"/>
            <ac:picMk id="8194" creationId="{09A8BF70-B9FA-D058-F68B-28DA5C0C3421}"/>
          </ac:picMkLst>
        </pc:picChg>
      </pc:sldChg>
      <pc:sldChg chg="addSp delSp modSp add del mod">
        <pc:chgData name="Virajsinh Parmar" userId="98bc1edb5c52e359" providerId="LiveId" clId="{BD972C39-4135-4B06-8E1D-732F2903B60D}" dt="2025-09-12T17:27:19.473" v="2490" actId="20577"/>
        <pc:sldMkLst>
          <pc:docMk/>
          <pc:sldMk cId="2277638421" sldId="285"/>
        </pc:sldMkLst>
        <pc:spChg chg="add mod">
          <ac:chgData name="Virajsinh Parmar" userId="98bc1edb5c52e359" providerId="LiveId" clId="{BD972C39-4135-4B06-8E1D-732F2903B60D}" dt="2025-09-12T17:27:19.473" v="2490" actId="20577"/>
          <ac:spMkLst>
            <pc:docMk/>
            <pc:sldMk cId="2277638421" sldId="285"/>
            <ac:spMk id="3" creationId="{6F6DED5C-4CCE-507E-B59C-B8C7FA55C54F}"/>
          </ac:spMkLst>
        </pc:spChg>
        <pc:picChg chg="del">
          <ac:chgData name="Virajsinh Parmar" userId="98bc1edb5c52e359" providerId="LiveId" clId="{BD972C39-4135-4B06-8E1D-732F2903B60D}" dt="2025-09-12T17:20:08.690" v="2429" actId="478"/>
          <ac:picMkLst>
            <pc:docMk/>
            <pc:sldMk cId="2277638421" sldId="285"/>
            <ac:picMk id="8194" creationId="{5A0061A2-E1D7-A397-2DF0-9979D0C55C60}"/>
          </ac:picMkLst>
        </pc:picChg>
      </pc:sldChg>
      <pc:sldChg chg="addSp delSp modSp add mod">
        <pc:chgData name="Virajsinh Parmar" userId="98bc1edb5c52e359" providerId="LiveId" clId="{BD972C39-4135-4B06-8E1D-732F2903B60D}" dt="2025-09-12T17:26:24.115" v="2486" actId="1076"/>
        <pc:sldMkLst>
          <pc:docMk/>
          <pc:sldMk cId="217015639" sldId="286"/>
        </pc:sldMkLst>
        <pc:spChg chg="add">
          <ac:chgData name="Virajsinh Parmar" userId="98bc1edb5c52e359" providerId="LiveId" clId="{BD972C39-4135-4B06-8E1D-732F2903B60D}" dt="2025-09-12T17:23:52.266" v="2451"/>
          <ac:spMkLst>
            <pc:docMk/>
            <pc:sldMk cId="217015639" sldId="286"/>
            <ac:spMk id="2" creationId="{FCA82712-FFB2-AF3D-CF36-62805F9B8AAB}"/>
          </ac:spMkLst>
        </pc:spChg>
        <pc:spChg chg="del mod">
          <ac:chgData name="Virajsinh Parmar" userId="98bc1edb5c52e359" providerId="LiveId" clId="{BD972C39-4135-4B06-8E1D-732F2903B60D}" dt="2025-09-12T17:23:56.570" v="2452" actId="478"/>
          <ac:spMkLst>
            <pc:docMk/>
            <pc:sldMk cId="217015639" sldId="286"/>
            <ac:spMk id="3" creationId="{DD8ACCBB-9C91-BB67-D8AE-F1F49F7BE67D}"/>
          </ac:spMkLst>
        </pc:spChg>
        <pc:spChg chg="add mod">
          <ac:chgData name="Virajsinh Parmar" userId="98bc1edb5c52e359" providerId="LiveId" clId="{BD972C39-4135-4B06-8E1D-732F2903B60D}" dt="2025-09-12T17:26:24.115" v="2486" actId="1076"/>
          <ac:spMkLst>
            <pc:docMk/>
            <pc:sldMk cId="217015639" sldId="286"/>
            <ac:spMk id="4" creationId="{FB6B4331-7342-CCDD-161F-6C07BD966881}"/>
          </ac:spMkLst>
        </pc:spChg>
      </pc:sldChg>
      <pc:sldChg chg="addSp delSp modSp add mod">
        <pc:chgData name="Virajsinh Parmar" userId="98bc1edb5c52e359" providerId="LiveId" clId="{BD972C39-4135-4B06-8E1D-732F2903B60D}" dt="2025-09-12T18:56:22.940" v="2605" actId="1038"/>
        <pc:sldMkLst>
          <pc:docMk/>
          <pc:sldMk cId="3705373327" sldId="287"/>
        </pc:sldMkLst>
        <pc:spChg chg="add mod">
          <ac:chgData name="Virajsinh Parmar" userId="98bc1edb5c52e359" providerId="LiveId" clId="{BD972C39-4135-4B06-8E1D-732F2903B60D}" dt="2025-09-12T18:56:01.307" v="2599" actId="1035"/>
          <ac:spMkLst>
            <pc:docMk/>
            <pc:sldMk cId="3705373327" sldId="287"/>
            <ac:spMk id="2" creationId="{F0F66192-7880-FA6D-8400-48A86DA3795A}"/>
          </ac:spMkLst>
        </pc:spChg>
        <pc:spChg chg="del mod">
          <ac:chgData name="Virajsinh Parmar" userId="98bc1edb5c52e359" providerId="LiveId" clId="{BD972C39-4135-4B06-8E1D-732F2903B60D}" dt="2025-09-12T17:29:11.875" v="2497" actId="478"/>
          <ac:spMkLst>
            <pc:docMk/>
            <pc:sldMk cId="3705373327" sldId="287"/>
            <ac:spMk id="4" creationId="{102307A6-3AC2-9EDF-B71E-B3A87462318C}"/>
          </ac:spMkLst>
        </pc:spChg>
        <pc:spChg chg="add mod">
          <ac:chgData name="Virajsinh Parmar" userId="98bc1edb5c52e359" providerId="LiveId" clId="{BD972C39-4135-4B06-8E1D-732F2903B60D}" dt="2025-09-12T18:56:22.940" v="2605" actId="1038"/>
          <ac:spMkLst>
            <pc:docMk/>
            <pc:sldMk cId="3705373327" sldId="287"/>
            <ac:spMk id="9" creationId="{EFAF7290-AAAF-8C04-BC5B-CA239EB1EDDE}"/>
          </ac:spMkLst>
        </pc:spChg>
        <pc:picChg chg="add del mod">
          <ac:chgData name="Virajsinh Parmar" userId="98bc1edb5c52e359" providerId="LiveId" clId="{BD972C39-4135-4B06-8E1D-732F2903B60D}" dt="2025-09-12T17:31:05.205" v="2522" actId="478"/>
          <ac:picMkLst>
            <pc:docMk/>
            <pc:sldMk cId="3705373327" sldId="287"/>
            <ac:picMk id="5" creationId="{44A583C0-3477-8C81-2B8B-95602864D1F7}"/>
          </ac:picMkLst>
        </pc:picChg>
        <pc:picChg chg="add del mod">
          <ac:chgData name="Virajsinh Parmar" userId="98bc1edb5c52e359" providerId="LiveId" clId="{BD972C39-4135-4B06-8E1D-732F2903B60D}" dt="2025-09-12T17:32:03.363" v="2524" actId="478"/>
          <ac:picMkLst>
            <pc:docMk/>
            <pc:sldMk cId="3705373327" sldId="287"/>
            <ac:picMk id="7" creationId="{D33BE60D-F86E-0F54-EA7E-87DF973BD1F3}"/>
          </ac:picMkLst>
        </pc:picChg>
        <pc:picChg chg="add mod">
          <ac:chgData name="Virajsinh Parmar" userId="98bc1edb5c52e359" providerId="LiveId" clId="{BD972C39-4135-4B06-8E1D-732F2903B60D}" dt="2025-09-12T18:56:06.553" v="2601" actId="1035"/>
          <ac:picMkLst>
            <pc:docMk/>
            <pc:sldMk cId="3705373327" sldId="287"/>
            <ac:picMk id="11" creationId="{1DAD527D-729E-D029-E9EE-AAE446D524B1}"/>
          </ac:picMkLst>
        </pc:picChg>
      </pc:sldChg>
      <pc:sldChg chg="addSp delSp modSp new mod">
        <pc:chgData name="Virajsinh Parmar" userId="98bc1edb5c52e359" providerId="LiveId" clId="{BD972C39-4135-4B06-8E1D-732F2903B60D}" dt="2025-09-13T04:48:54.325" v="2743" actId="14100"/>
        <pc:sldMkLst>
          <pc:docMk/>
          <pc:sldMk cId="3204278591" sldId="288"/>
        </pc:sldMkLst>
        <pc:spChg chg="add mod">
          <ac:chgData name="Virajsinh Parmar" userId="98bc1edb5c52e359" providerId="LiveId" clId="{BD972C39-4135-4B06-8E1D-732F2903B60D}" dt="2025-09-13T04:40:06.653" v="2717" actId="1076"/>
          <ac:spMkLst>
            <pc:docMk/>
            <pc:sldMk cId="3204278591" sldId="288"/>
            <ac:spMk id="2" creationId="{56C5FB8A-4A3C-7BD8-62DB-623DC00ED58C}"/>
          </ac:spMkLst>
        </pc:spChg>
        <pc:spChg chg="add mod">
          <ac:chgData name="Virajsinh Parmar" userId="98bc1edb5c52e359" providerId="LiveId" clId="{BD972C39-4135-4B06-8E1D-732F2903B60D}" dt="2025-09-13T04:40:29.254" v="2720" actId="123"/>
          <ac:spMkLst>
            <pc:docMk/>
            <pc:sldMk cId="3204278591" sldId="288"/>
            <ac:spMk id="4" creationId="{38C0A53C-1265-7D85-5D8D-A9CF27757D45}"/>
          </ac:spMkLst>
        </pc:spChg>
        <pc:spChg chg="add mod">
          <ac:chgData name="Virajsinh Parmar" userId="98bc1edb5c52e359" providerId="LiveId" clId="{BD972C39-4135-4B06-8E1D-732F2903B60D}" dt="2025-09-13T04:48:54.325" v="2743" actId="14100"/>
          <ac:spMkLst>
            <pc:docMk/>
            <pc:sldMk cId="3204278591" sldId="288"/>
            <ac:spMk id="6" creationId="{2DC0A083-9492-B195-4825-4DBA97607D60}"/>
          </ac:spMkLst>
        </pc:spChg>
        <pc:spChg chg="add mod">
          <ac:chgData name="Virajsinh Parmar" userId="98bc1edb5c52e359" providerId="LiveId" clId="{BD972C39-4135-4B06-8E1D-732F2903B60D}" dt="2025-09-13T04:48:43.556" v="2740" actId="1076"/>
          <ac:spMkLst>
            <pc:docMk/>
            <pc:sldMk cId="3204278591" sldId="288"/>
            <ac:spMk id="12" creationId="{B17E73B7-5A2D-975E-EAB6-4B6304031C1B}"/>
          </ac:spMkLst>
        </pc:spChg>
        <pc:graphicFrameChg chg="add del mod">
          <ac:chgData name="Virajsinh Parmar" userId="98bc1edb5c52e359" providerId="LiveId" clId="{BD972C39-4135-4B06-8E1D-732F2903B60D}" dt="2025-09-13T04:33:29.027" v="2707" actId="478"/>
          <ac:graphicFrameMkLst>
            <pc:docMk/>
            <pc:sldMk cId="3204278591" sldId="288"/>
            <ac:graphicFrameMk id="9" creationId="{AA56547F-B4A9-2512-05B8-DCB2E98522E7}"/>
          </ac:graphicFrameMkLst>
        </pc:graphicFrameChg>
        <pc:picChg chg="add mod">
          <ac:chgData name="Virajsinh Parmar" userId="98bc1edb5c52e359" providerId="LiveId" clId="{BD972C39-4135-4B06-8E1D-732F2903B60D}" dt="2025-09-13T04:33:24.554" v="2705" actId="1037"/>
          <ac:picMkLst>
            <pc:docMk/>
            <pc:sldMk cId="3204278591" sldId="288"/>
            <ac:picMk id="11" creationId="{5955FC14-85E7-737A-19FE-AB1672223148}"/>
          </ac:picMkLst>
        </pc:picChg>
      </pc:sldChg>
      <pc:sldChg chg="new del">
        <pc:chgData name="Virajsinh Parmar" userId="98bc1edb5c52e359" providerId="LiveId" clId="{BD972C39-4135-4B06-8E1D-732F2903B60D}" dt="2025-09-13T04:33:18.349" v="2701" actId="680"/>
        <pc:sldMkLst>
          <pc:docMk/>
          <pc:sldMk cId="1963336131" sldId="289"/>
        </pc:sldMkLst>
      </pc:sldChg>
      <pc:sldChg chg="addSp delSp modSp add mod">
        <pc:chgData name="Virajsinh Parmar" userId="98bc1edb5c52e359" providerId="LiveId" clId="{BD972C39-4135-4B06-8E1D-732F2903B60D}" dt="2025-09-13T05:30:04.534" v="3070" actId="114"/>
        <pc:sldMkLst>
          <pc:docMk/>
          <pc:sldMk cId="3561477817" sldId="289"/>
        </pc:sldMkLst>
        <pc:spChg chg="del mod">
          <ac:chgData name="Virajsinh Parmar" userId="98bc1edb5c52e359" providerId="LiveId" clId="{BD972C39-4135-4B06-8E1D-732F2903B60D}" dt="2025-09-13T04:49:33.973" v="2746" actId="478"/>
          <ac:spMkLst>
            <pc:docMk/>
            <pc:sldMk cId="3561477817" sldId="289"/>
            <ac:spMk id="2" creationId="{4C6B54B9-BE8D-D0D4-A38F-10A22565282B}"/>
          </ac:spMkLst>
        </pc:spChg>
        <pc:spChg chg="del">
          <ac:chgData name="Virajsinh Parmar" userId="98bc1edb5c52e359" providerId="LiveId" clId="{BD972C39-4135-4B06-8E1D-732F2903B60D}" dt="2025-09-13T04:49:41.744" v="2748" actId="478"/>
          <ac:spMkLst>
            <pc:docMk/>
            <pc:sldMk cId="3561477817" sldId="289"/>
            <ac:spMk id="4" creationId="{91B7E6C6-080C-A254-91A3-CFF50D1E3366}"/>
          </ac:spMkLst>
        </pc:spChg>
        <pc:spChg chg="add del mod">
          <ac:chgData name="Virajsinh Parmar" userId="98bc1edb5c52e359" providerId="LiveId" clId="{BD972C39-4135-4B06-8E1D-732F2903B60D}" dt="2025-09-13T05:04:43.891" v="2763" actId="478"/>
          <ac:spMkLst>
            <pc:docMk/>
            <pc:sldMk cId="3561477817" sldId="289"/>
            <ac:spMk id="5" creationId="{847AAACD-67DB-6AE5-A198-8215F18F1BDC}"/>
          </ac:spMkLst>
        </pc:spChg>
        <pc:spChg chg="del">
          <ac:chgData name="Virajsinh Parmar" userId="98bc1edb5c52e359" providerId="LiveId" clId="{BD972C39-4135-4B06-8E1D-732F2903B60D}" dt="2025-09-13T04:49:45.564" v="2749" actId="478"/>
          <ac:spMkLst>
            <pc:docMk/>
            <pc:sldMk cId="3561477817" sldId="289"/>
            <ac:spMk id="6" creationId="{00283AEB-0B10-469F-A670-323EC69FDAF9}"/>
          </ac:spMkLst>
        </pc:spChg>
        <pc:spChg chg="add mod">
          <ac:chgData name="Virajsinh Parmar" userId="98bc1edb5c52e359" providerId="LiveId" clId="{BD972C39-4135-4B06-8E1D-732F2903B60D}" dt="2025-09-13T05:19:55.032" v="2968" actId="1076"/>
          <ac:spMkLst>
            <pc:docMk/>
            <pc:sldMk cId="3561477817" sldId="289"/>
            <ac:spMk id="7" creationId="{1B78E3DE-D57C-7352-5DDB-B2FEB89BA44A}"/>
          </ac:spMkLst>
        </pc:spChg>
        <pc:spChg chg="add del mod">
          <ac:chgData name="Virajsinh Parmar" userId="98bc1edb5c52e359" providerId="LiveId" clId="{BD972C39-4135-4B06-8E1D-732F2903B60D}" dt="2025-09-13T05:13:41.668" v="2876" actId="478"/>
          <ac:spMkLst>
            <pc:docMk/>
            <pc:sldMk cId="3561477817" sldId="289"/>
            <ac:spMk id="9" creationId="{942A1A1C-B37B-8696-2683-3F29D477A5DC}"/>
          </ac:spMkLst>
        </pc:spChg>
        <pc:spChg chg="del">
          <ac:chgData name="Virajsinh Parmar" userId="98bc1edb5c52e359" providerId="LiveId" clId="{BD972C39-4135-4B06-8E1D-732F2903B60D}" dt="2025-09-13T04:49:48.194" v="2750" actId="478"/>
          <ac:spMkLst>
            <pc:docMk/>
            <pc:sldMk cId="3561477817" sldId="289"/>
            <ac:spMk id="12" creationId="{9A8AA5B0-E230-B25B-162C-12146A45046E}"/>
          </ac:spMkLst>
        </pc:spChg>
        <pc:spChg chg="add del mod">
          <ac:chgData name="Virajsinh Parmar" userId="98bc1edb5c52e359" providerId="LiveId" clId="{BD972C39-4135-4B06-8E1D-732F2903B60D}" dt="2025-09-13T05:13:38.041" v="2875" actId="478"/>
          <ac:spMkLst>
            <pc:docMk/>
            <pc:sldMk cId="3561477817" sldId="289"/>
            <ac:spMk id="20" creationId="{D426FACA-566E-AF1B-DACE-AD017D59D114}"/>
          </ac:spMkLst>
        </pc:spChg>
        <pc:graphicFrameChg chg="add mod modGraphic">
          <ac:chgData name="Virajsinh Parmar" userId="98bc1edb5c52e359" providerId="LiveId" clId="{BD972C39-4135-4B06-8E1D-732F2903B60D}" dt="2025-09-13T05:30:04.534" v="3070" actId="114"/>
          <ac:graphicFrameMkLst>
            <pc:docMk/>
            <pc:sldMk cId="3561477817" sldId="289"/>
            <ac:graphicFrameMk id="21" creationId="{6CC808AC-6972-33F8-DC1B-3738918DD63E}"/>
          </ac:graphicFrameMkLst>
        </pc:graphicFrameChg>
        <pc:picChg chg="del">
          <ac:chgData name="Virajsinh Parmar" userId="98bc1edb5c52e359" providerId="LiveId" clId="{BD972C39-4135-4B06-8E1D-732F2903B60D}" dt="2025-09-13T04:49:38.053" v="2747" actId="478"/>
          <ac:picMkLst>
            <pc:docMk/>
            <pc:sldMk cId="3561477817" sldId="289"/>
            <ac:picMk id="11" creationId="{540CC602-3758-E1C1-C56E-16E2507377A8}"/>
          </ac:picMkLst>
        </pc:picChg>
        <pc:cxnChg chg="add del mod">
          <ac:chgData name="Virajsinh Parmar" userId="98bc1edb5c52e359" providerId="LiveId" clId="{BD972C39-4135-4B06-8E1D-732F2903B60D}" dt="2025-09-13T05:10:08.531" v="2848" actId="478"/>
          <ac:cxnSpMkLst>
            <pc:docMk/>
            <pc:sldMk cId="3561477817" sldId="289"/>
            <ac:cxnSpMk id="13" creationId="{A8D7A3E1-8C3D-1048-CB6E-5A572F748628}"/>
          </ac:cxnSpMkLst>
        </pc:cxnChg>
        <pc:cxnChg chg="add del">
          <ac:chgData name="Virajsinh Parmar" userId="98bc1edb5c52e359" providerId="LiveId" clId="{BD972C39-4135-4B06-8E1D-732F2903B60D}" dt="2025-09-13T05:10:16.903" v="2850" actId="478"/>
          <ac:cxnSpMkLst>
            <pc:docMk/>
            <pc:sldMk cId="3561477817" sldId="289"/>
            <ac:cxnSpMk id="16" creationId="{99236397-980A-FE33-D990-C66355BE598F}"/>
          </ac:cxnSpMkLst>
        </pc:cxnChg>
        <pc:cxnChg chg="add del mod">
          <ac:chgData name="Virajsinh Parmar" userId="98bc1edb5c52e359" providerId="LiveId" clId="{BD972C39-4135-4B06-8E1D-732F2903B60D}" dt="2025-09-13T05:13:43.878" v="2878" actId="478"/>
          <ac:cxnSpMkLst>
            <pc:docMk/>
            <pc:sldMk cId="3561477817" sldId="289"/>
            <ac:cxnSpMk id="18" creationId="{D3A437C4-BD30-90A7-316A-7959BB086914}"/>
          </ac:cxnSpMkLst>
        </pc:cxnChg>
      </pc:sldChg>
      <pc:sldChg chg="addSp delSp modSp add mod">
        <pc:chgData name="Virajsinh Parmar" userId="98bc1edb5c52e359" providerId="LiveId" clId="{BD972C39-4135-4B06-8E1D-732F2903B60D}" dt="2025-09-13T05:51:40.737" v="3209" actId="1076"/>
        <pc:sldMkLst>
          <pc:docMk/>
          <pc:sldMk cId="1496624196" sldId="290"/>
        </pc:sldMkLst>
        <pc:spChg chg="add mod">
          <ac:chgData name="Virajsinh Parmar" userId="98bc1edb5c52e359" providerId="LiveId" clId="{BD972C39-4135-4B06-8E1D-732F2903B60D}" dt="2025-09-13T05:51:40.737" v="3209" actId="1076"/>
          <ac:spMkLst>
            <pc:docMk/>
            <pc:sldMk cId="1496624196" sldId="290"/>
            <ac:spMk id="2" creationId="{08D9AE6F-8127-A28C-612C-5702EC99D70A}"/>
          </ac:spMkLst>
        </pc:spChg>
        <pc:spChg chg="add del mod">
          <ac:chgData name="Virajsinh Parmar" userId="98bc1edb5c52e359" providerId="LiveId" clId="{BD972C39-4135-4B06-8E1D-732F2903B60D}" dt="2025-09-13T05:44:26.869" v="3118" actId="478"/>
          <ac:spMkLst>
            <pc:docMk/>
            <pc:sldMk cId="1496624196" sldId="290"/>
            <ac:spMk id="4" creationId="{D5B4B9D9-66D8-429A-E896-82A1927C628E}"/>
          </ac:spMkLst>
        </pc:spChg>
        <pc:spChg chg="add mod">
          <ac:chgData name="Virajsinh Parmar" userId="98bc1edb5c52e359" providerId="LiveId" clId="{BD972C39-4135-4B06-8E1D-732F2903B60D}" dt="2025-09-13T05:49:53.762" v="3183" actId="12"/>
          <ac:spMkLst>
            <pc:docMk/>
            <pc:sldMk cId="1496624196" sldId="290"/>
            <ac:spMk id="6" creationId="{DF26B222-A70C-782A-32D1-9629CE69B002}"/>
          </ac:spMkLst>
        </pc:spChg>
        <pc:spChg chg="del">
          <ac:chgData name="Virajsinh Parmar" userId="98bc1edb5c52e359" providerId="LiveId" clId="{BD972C39-4135-4B06-8E1D-732F2903B60D}" dt="2025-09-13T05:30:30.442" v="3073" actId="478"/>
          <ac:spMkLst>
            <pc:docMk/>
            <pc:sldMk cId="1496624196" sldId="290"/>
            <ac:spMk id="7" creationId="{94A33E0B-A518-1DCB-793F-CFDEEEF7A64F}"/>
          </ac:spMkLst>
        </pc:spChg>
        <pc:spChg chg="add mod">
          <ac:chgData name="Virajsinh Parmar" userId="98bc1edb5c52e359" providerId="LiveId" clId="{BD972C39-4135-4B06-8E1D-732F2903B60D}" dt="2025-09-13T05:51:29.326" v="3207" actId="1076"/>
          <ac:spMkLst>
            <pc:docMk/>
            <pc:sldMk cId="1496624196" sldId="290"/>
            <ac:spMk id="9" creationId="{56E4205C-8CED-477F-0487-789A30B6C6CE}"/>
          </ac:spMkLst>
        </pc:spChg>
        <pc:graphicFrameChg chg="del">
          <ac:chgData name="Virajsinh Parmar" userId="98bc1edb5c52e359" providerId="LiveId" clId="{BD972C39-4135-4B06-8E1D-732F2903B60D}" dt="2025-09-13T05:30:26.709" v="3072" actId="478"/>
          <ac:graphicFrameMkLst>
            <pc:docMk/>
            <pc:sldMk cId="1496624196" sldId="290"/>
            <ac:graphicFrameMk id="21" creationId="{249ADC9E-8C31-7D85-FB97-F34F98EFF0D7}"/>
          </ac:graphicFrameMkLst>
        </pc:graphicFrameChg>
        <pc:picChg chg="add del mod">
          <ac:chgData name="Virajsinh Parmar" userId="98bc1edb5c52e359" providerId="LiveId" clId="{BD972C39-4135-4B06-8E1D-732F2903B60D}" dt="2025-09-13T05:46:38.610" v="3133" actId="478"/>
          <ac:picMkLst>
            <pc:docMk/>
            <pc:sldMk cId="1496624196" sldId="290"/>
            <ac:picMk id="11266" creationId="{4E5F9B27-3254-8F00-9EFC-D1CD5D28B5F6}"/>
          </ac:picMkLst>
        </pc:picChg>
        <pc:picChg chg="add mod">
          <ac:chgData name="Virajsinh Parmar" userId="98bc1edb5c52e359" providerId="LiveId" clId="{BD972C39-4135-4B06-8E1D-732F2903B60D}" dt="2025-09-13T05:51:34.849" v="3208" actId="1035"/>
          <ac:picMkLst>
            <pc:docMk/>
            <pc:sldMk cId="1496624196" sldId="290"/>
            <ac:picMk id="11268" creationId="{3DCB85D8-17F9-DC45-8C2F-FC2BFAD0DEE7}"/>
          </ac:picMkLst>
        </pc:picChg>
      </pc:sldChg>
      <pc:sldChg chg="addSp delSp modSp add mod">
        <pc:chgData name="Virajsinh Parmar" userId="98bc1edb5c52e359" providerId="LiveId" clId="{BD972C39-4135-4B06-8E1D-732F2903B60D}" dt="2025-09-13T06:12:11.366" v="3323" actId="2711"/>
        <pc:sldMkLst>
          <pc:docMk/>
          <pc:sldMk cId="1212936547" sldId="291"/>
        </pc:sldMkLst>
        <pc:spChg chg="del">
          <ac:chgData name="Virajsinh Parmar" userId="98bc1edb5c52e359" providerId="LiveId" clId="{BD972C39-4135-4B06-8E1D-732F2903B60D}" dt="2025-09-13T05:40:41.554" v="3105" actId="478"/>
          <ac:spMkLst>
            <pc:docMk/>
            <pc:sldMk cId="1212936547" sldId="291"/>
            <ac:spMk id="2" creationId="{38079182-BA30-36DD-D2C9-7D13BAC326B5}"/>
          </ac:spMkLst>
        </pc:spChg>
        <pc:spChg chg="add del mod">
          <ac:chgData name="Virajsinh Parmar" userId="98bc1edb5c52e359" providerId="LiveId" clId="{BD972C39-4135-4B06-8E1D-732F2903B60D}" dt="2025-09-13T05:51:54.462" v="3211" actId="478"/>
          <ac:spMkLst>
            <pc:docMk/>
            <pc:sldMk cId="1212936547" sldId="291"/>
            <ac:spMk id="4" creationId="{0B02EC2B-CD54-9670-B77E-E00EFE26A8A5}"/>
          </ac:spMkLst>
        </pc:spChg>
        <pc:spChg chg="add mod">
          <ac:chgData name="Virajsinh Parmar" userId="98bc1edb5c52e359" providerId="LiveId" clId="{BD972C39-4135-4B06-8E1D-732F2903B60D}" dt="2025-09-13T06:12:11.366" v="3323" actId="2711"/>
          <ac:spMkLst>
            <pc:docMk/>
            <pc:sldMk cId="1212936547" sldId="291"/>
            <ac:spMk id="6" creationId="{A10A205F-433B-5A7E-22A6-027C2B06EB0B}"/>
          </ac:spMkLst>
        </pc:spChg>
        <pc:picChg chg="del">
          <ac:chgData name="Virajsinh Parmar" userId="98bc1edb5c52e359" providerId="LiveId" clId="{BD972C39-4135-4B06-8E1D-732F2903B60D}" dt="2025-09-13T05:40:38.242" v="3104" actId="478"/>
          <ac:picMkLst>
            <pc:docMk/>
            <pc:sldMk cId="1212936547" sldId="291"/>
            <ac:picMk id="11266" creationId="{182AC98E-894B-6436-AC78-562C61B79ADF}"/>
          </ac:picMkLst>
        </pc:picChg>
        <pc:picChg chg="add mod">
          <ac:chgData name="Virajsinh Parmar" userId="98bc1edb5c52e359" providerId="LiveId" clId="{BD972C39-4135-4B06-8E1D-732F2903B60D}" dt="2025-09-13T06:12:09.368" v="3321" actId="1036"/>
          <ac:picMkLst>
            <pc:docMk/>
            <pc:sldMk cId="1212936547" sldId="291"/>
            <ac:picMk id="13314" creationId="{40102EB3-2425-0DFC-AD7A-F07AE12C7384}"/>
          </ac:picMkLst>
        </pc:picChg>
      </pc:sldChg>
      <pc:sldChg chg="addSp delSp modSp add mod">
        <pc:chgData name="Virajsinh Parmar" userId="98bc1edb5c52e359" providerId="LiveId" clId="{BD972C39-4135-4B06-8E1D-732F2903B60D}" dt="2025-09-13T06:11:51.537" v="3316" actId="403"/>
        <pc:sldMkLst>
          <pc:docMk/>
          <pc:sldMk cId="366232900" sldId="292"/>
        </pc:sldMkLst>
        <pc:spChg chg="mod">
          <ac:chgData name="Virajsinh Parmar" userId="98bc1edb5c52e359" providerId="LiveId" clId="{BD972C39-4135-4B06-8E1D-732F2903B60D}" dt="2025-09-13T06:11:51.537" v="3316" actId="403"/>
          <ac:spMkLst>
            <pc:docMk/>
            <pc:sldMk cId="366232900" sldId="292"/>
            <ac:spMk id="6" creationId="{2C4491CB-4A77-C24B-18DA-BD508D221C49}"/>
          </ac:spMkLst>
        </pc:spChg>
        <pc:picChg chg="del">
          <ac:chgData name="Virajsinh Parmar" userId="98bc1edb5c52e359" providerId="LiveId" clId="{BD972C39-4135-4B06-8E1D-732F2903B60D}" dt="2025-09-13T06:01:08.642" v="3272" actId="478"/>
          <ac:picMkLst>
            <pc:docMk/>
            <pc:sldMk cId="366232900" sldId="292"/>
            <ac:picMk id="13314" creationId="{5C486B79-7FF2-9063-F68B-E54161D1FF06}"/>
          </ac:picMkLst>
        </pc:picChg>
        <pc:picChg chg="add mod">
          <ac:chgData name="Virajsinh Parmar" userId="98bc1edb5c52e359" providerId="LiveId" clId="{BD972C39-4135-4B06-8E1D-732F2903B60D}" dt="2025-09-13T06:01:49.290" v="3278" actId="14100"/>
          <ac:picMkLst>
            <pc:docMk/>
            <pc:sldMk cId="366232900" sldId="292"/>
            <ac:picMk id="14338" creationId="{0484578C-0311-9903-C1C7-DCCAFD3A19F9}"/>
          </ac:picMkLst>
        </pc:picChg>
      </pc:sldChg>
      <pc:sldChg chg="addSp delSp modSp add mod">
        <pc:chgData name="Virajsinh Parmar" userId="98bc1edb5c52e359" providerId="LiveId" clId="{BD972C39-4135-4B06-8E1D-732F2903B60D}" dt="2025-09-13T06:11:35.205" v="3314" actId="123"/>
        <pc:sldMkLst>
          <pc:docMk/>
          <pc:sldMk cId="1720697238" sldId="293"/>
        </pc:sldMkLst>
        <pc:spChg chg="add mod">
          <ac:chgData name="Virajsinh Parmar" userId="98bc1edb5c52e359" providerId="LiveId" clId="{BD972C39-4135-4B06-8E1D-732F2903B60D}" dt="2025-09-13T06:10:47.840" v="3306" actId="2711"/>
          <ac:spMkLst>
            <pc:docMk/>
            <pc:sldMk cId="1720697238" sldId="293"/>
            <ac:spMk id="2" creationId="{C695ADE9-F28F-8973-464D-B71023FBCEA9}"/>
          </ac:spMkLst>
        </pc:spChg>
        <pc:spChg chg="add mod">
          <ac:chgData name="Virajsinh Parmar" userId="98bc1edb5c52e359" providerId="LiveId" clId="{BD972C39-4135-4B06-8E1D-732F2903B60D}" dt="2025-09-13T06:11:35.205" v="3314" actId="123"/>
          <ac:spMkLst>
            <pc:docMk/>
            <pc:sldMk cId="1720697238" sldId="293"/>
            <ac:spMk id="4" creationId="{AE5AAC82-48B0-4ADA-4D1A-068CA17E2B40}"/>
          </ac:spMkLst>
        </pc:spChg>
        <pc:spChg chg="del">
          <ac:chgData name="Virajsinh Parmar" userId="98bc1edb5c52e359" providerId="LiveId" clId="{BD972C39-4135-4B06-8E1D-732F2903B60D}" dt="2025-09-13T06:02:53.271" v="3296" actId="478"/>
          <ac:spMkLst>
            <pc:docMk/>
            <pc:sldMk cId="1720697238" sldId="293"/>
            <ac:spMk id="6" creationId="{1AC71278-4706-B223-A0FD-A38802805765}"/>
          </ac:spMkLst>
        </pc:spChg>
        <pc:picChg chg="del">
          <ac:chgData name="Virajsinh Parmar" userId="98bc1edb5c52e359" providerId="LiveId" clId="{BD972C39-4135-4B06-8E1D-732F2903B60D}" dt="2025-09-13T06:02:50.140" v="3295" actId="478"/>
          <ac:picMkLst>
            <pc:docMk/>
            <pc:sldMk cId="1720697238" sldId="293"/>
            <ac:picMk id="14338" creationId="{49B4242F-E83E-D020-0604-0E8724610C73}"/>
          </ac:picMkLst>
        </pc:picChg>
        <pc:picChg chg="add mod">
          <ac:chgData name="Virajsinh Parmar" userId="98bc1edb5c52e359" providerId="LiveId" clId="{BD972C39-4135-4B06-8E1D-732F2903B60D}" dt="2025-09-13T06:08:54.760" v="3299" actId="1076"/>
          <ac:picMkLst>
            <pc:docMk/>
            <pc:sldMk cId="1720697238" sldId="293"/>
            <ac:picMk id="15362" creationId="{03E586D6-0DEC-1EE6-5297-8A94B9C73046}"/>
          </ac:picMkLst>
        </pc:picChg>
      </pc:sldChg>
      <pc:sldChg chg="addSp delSp modSp add mod">
        <pc:chgData name="Virajsinh Parmar" userId="98bc1edb5c52e359" providerId="LiveId" clId="{BD972C39-4135-4B06-8E1D-732F2903B60D}" dt="2025-09-13T06:18:53.481" v="3378" actId="403"/>
        <pc:sldMkLst>
          <pc:docMk/>
          <pc:sldMk cId="3839829462" sldId="294"/>
        </pc:sldMkLst>
        <pc:spChg chg="del mod">
          <ac:chgData name="Virajsinh Parmar" userId="98bc1edb5c52e359" providerId="LiveId" clId="{BD972C39-4135-4B06-8E1D-732F2903B60D}" dt="2025-09-13T06:12:24.985" v="3327" actId="478"/>
          <ac:spMkLst>
            <pc:docMk/>
            <pc:sldMk cId="3839829462" sldId="294"/>
            <ac:spMk id="2" creationId="{C80B7DA6-ABD0-70A2-3908-F64E10237C65}"/>
          </ac:spMkLst>
        </pc:spChg>
        <pc:spChg chg="add mod">
          <ac:chgData name="Virajsinh Parmar" userId="98bc1edb5c52e359" providerId="LiveId" clId="{BD972C39-4135-4B06-8E1D-732F2903B60D}" dt="2025-09-13T06:16:18.098" v="3354" actId="1076"/>
          <ac:spMkLst>
            <pc:docMk/>
            <pc:sldMk cId="3839829462" sldId="294"/>
            <ac:spMk id="3" creationId="{4957585C-DC2F-8C87-7327-032334E9B2E1}"/>
          </ac:spMkLst>
        </pc:spChg>
        <pc:spChg chg="del">
          <ac:chgData name="Virajsinh Parmar" userId="98bc1edb5c52e359" providerId="LiveId" clId="{BD972C39-4135-4B06-8E1D-732F2903B60D}" dt="2025-09-13T06:12:28.016" v="3328" actId="478"/>
          <ac:spMkLst>
            <pc:docMk/>
            <pc:sldMk cId="3839829462" sldId="294"/>
            <ac:spMk id="4" creationId="{D36D30EF-3606-7EA8-EDD9-FB3DB09BF84C}"/>
          </ac:spMkLst>
        </pc:spChg>
        <pc:spChg chg="add mod">
          <ac:chgData name="Virajsinh Parmar" userId="98bc1edb5c52e359" providerId="LiveId" clId="{BD972C39-4135-4B06-8E1D-732F2903B60D}" dt="2025-09-13T06:16:13.480" v="3353" actId="1076"/>
          <ac:spMkLst>
            <pc:docMk/>
            <pc:sldMk cId="3839829462" sldId="294"/>
            <ac:spMk id="6" creationId="{66885E7F-EE5C-11B0-BA1B-1A9FEB0070EE}"/>
          </ac:spMkLst>
        </pc:spChg>
        <pc:spChg chg="add mod">
          <ac:chgData name="Virajsinh Parmar" userId="98bc1edb5c52e359" providerId="LiveId" clId="{BD972C39-4135-4B06-8E1D-732F2903B60D}" dt="2025-09-13T06:18:53.481" v="3378" actId="403"/>
          <ac:spMkLst>
            <pc:docMk/>
            <pc:sldMk cId="3839829462" sldId="294"/>
            <ac:spMk id="7" creationId="{1320D632-0044-9873-88DC-E56EC35FCEB1}"/>
          </ac:spMkLst>
        </pc:spChg>
        <pc:picChg chg="del">
          <ac:chgData name="Virajsinh Parmar" userId="98bc1edb5c52e359" providerId="LiveId" clId="{BD972C39-4135-4B06-8E1D-732F2903B60D}" dt="2025-09-13T06:12:21.318" v="3325" actId="478"/>
          <ac:picMkLst>
            <pc:docMk/>
            <pc:sldMk cId="3839829462" sldId="294"/>
            <ac:picMk id="15362" creationId="{36F7A557-905A-31BA-AC05-4D182AD3216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D738D3-0C14-411D-B0AE-9AACA36262F9}"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IN"/>
        </a:p>
      </dgm:t>
    </dgm:pt>
    <dgm:pt modelId="{FD3C42E6-F197-4A1A-A3AC-507B211881B6}">
      <dgm:prSet phldrT="[Text]" phldr="0" custT="1"/>
      <dgm:spPr/>
      <dgm:t>
        <a:bodyPr/>
        <a:lstStyle/>
        <a:p>
          <a:r>
            <a:rPr lang="en-IN" sz="2000" dirty="0">
              <a:solidFill>
                <a:schemeClr val="tx1">
                  <a:lumMod val="95000"/>
                </a:schemeClr>
              </a:solidFill>
              <a:latin typeface="Tw Cen MT" panose="020B0602020104020603" pitchFamily="34" charset="0"/>
            </a:rPr>
            <a:t>1.</a:t>
          </a:r>
        </a:p>
      </dgm:t>
    </dgm:pt>
    <dgm:pt modelId="{7480C61A-10C8-40F4-8A9F-ACF468B94EAD}" type="parTrans" cxnId="{C1EF8782-E8A3-450D-AFCB-CADC8A705505}">
      <dgm:prSet/>
      <dgm:spPr/>
      <dgm:t>
        <a:bodyPr/>
        <a:lstStyle/>
        <a:p>
          <a:endParaRPr lang="en-IN"/>
        </a:p>
      </dgm:t>
    </dgm:pt>
    <dgm:pt modelId="{DA479AEB-8C71-47E1-9C7C-9EA4A396B9B6}" type="sibTrans" cxnId="{C1EF8782-E8A3-450D-AFCB-CADC8A705505}">
      <dgm:prSet/>
      <dgm:spPr/>
      <dgm:t>
        <a:bodyPr/>
        <a:lstStyle/>
        <a:p>
          <a:endParaRPr lang="en-IN"/>
        </a:p>
      </dgm:t>
    </dgm:pt>
    <dgm:pt modelId="{CE480F61-86ED-494B-8B99-9D3316C4D86A}">
      <dgm:prSet phldrT="[Text]" phldr="0" custT="1"/>
      <dgm:spPr/>
      <dgm:t>
        <a:bodyPr/>
        <a:lstStyle/>
        <a:p>
          <a:r>
            <a:rPr lang="en-IN" sz="2200" dirty="0">
              <a:solidFill>
                <a:schemeClr val="bg2">
                  <a:lumMod val="95000"/>
                  <a:lumOff val="5000"/>
                </a:schemeClr>
              </a:solidFill>
              <a:latin typeface="Tw Cen MT" panose="020B0602020104020603" pitchFamily="34" charset="0"/>
            </a:rPr>
            <a:t>Data Collection</a:t>
          </a:r>
        </a:p>
      </dgm:t>
    </dgm:pt>
    <dgm:pt modelId="{467AC0ED-676C-4243-BC52-EF6E129FDAC2}" type="parTrans" cxnId="{0B054683-6F0D-4E1E-B821-C7AE3621371E}">
      <dgm:prSet/>
      <dgm:spPr/>
      <dgm:t>
        <a:bodyPr/>
        <a:lstStyle/>
        <a:p>
          <a:endParaRPr lang="en-IN"/>
        </a:p>
      </dgm:t>
    </dgm:pt>
    <dgm:pt modelId="{D0969D28-A29E-4B86-9F62-481FA3A3FB33}" type="sibTrans" cxnId="{0B054683-6F0D-4E1E-B821-C7AE3621371E}">
      <dgm:prSet/>
      <dgm:spPr/>
      <dgm:t>
        <a:bodyPr/>
        <a:lstStyle/>
        <a:p>
          <a:endParaRPr lang="en-IN"/>
        </a:p>
      </dgm:t>
    </dgm:pt>
    <dgm:pt modelId="{CAD44207-0D11-4012-BD58-CC857A6B2BD2}">
      <dgm:prSet phldrT="[Text]" phldr="0" custT="1"/>
      <dgm:spPr/>
      <dgm:t>
        <a:bodyPr/>
        <a:lstStyle/>
        <a:p>
          <a:r>
            <a:rPr lang="en-IN" sz="2000" dirty="0">
              <a:solidFill>
                <a:schemeClr val="tx1">
                  <a:lumMod val="95000"/>
                </a:schemeClr>
              </a:solidFill>
              <a:latin typeface="Tw Cen MT" panose="020B0602020104020603" pitchFamily="34" charset="0"/>
            </a:rPr>
            <a:t>2.</a:t>
          </a:r>
        </a:p>
      </dgm:t>
    </dgm:pt>
    <dgm:pt modelId="{9E95E9E9-B564-4C37-ADBF-8EE8115E067A}" type="parTrans" cxnId="{25CC76E5-C6CA-4301-9FB8-2F115859EFCD}">
      <dgm:prSet/>
      <dgm:spPr/>
      <dgm:t>
        <a:bodyPr/>
        <a:lstStyle/>
        <a:p>
          <a:endParaRPr lang="en-IN"/>
        </a:p>
      </dgm:t>
    </dgm:pt>
    <dgm:pt modelId="{0A93C5D8-51C1-45FB-8D30-7B48EAFE9890}" type="sibTrans" cxnId="{25CC76E5-C6CA-4301-9FB8-2F115859EFCD}">
      <dgm:prSet/>
      <dgm:spPr/>
      <dgm:t>
        <a:bodyPr/>
        <a:lstStyle/>
        <a:p>
          <a:endParaRPr lang="en-IN"/>
        </a:p>
      </dgm:t>
    </dgm:pt>
    <dgm:pt modelId="{790F4B13-C98B-455C-9632-58218FEE9E91}">
      <dgm:prSet phldrT="[Text]" phldr="0" custT="1"/>
      <dgm:spPr/>
      <dgm:t>
        <a:bodyPr/>
        <a:lstStyle/>
        <a:p>
          <a:r>
            <a:rPr lang="en-IN" sz="2200" dirty="0">
              <a:solidFill>
                <a:schemeClr val="bg2">
                  <a:lumMod val="95000"/>
                  <a:lumOff val="5000"/>
                </a:schemeClr>
              </a:solidFill>
              <a:latin typeface="Tw Cen MT" panose="020B0602020104020603" pitchFamily="34" charset="0"/>
            </a:rPr>
            <a:t>Data Cleaning</a:t>
          </a:r>
        </a:p>
      </dgm:t>
    </dgm:pt>
    <dgm:pt modelId="{31FB9066-92BC-40C1-BBBC-46B800D0BBE0}" type="parTrans" cxnId="{F6E4D0FC-8204-4FD2-AC04-B5E0CBE62F13}">
      <dgm:prSet/>
      <dgm:spPr/>
      <dgm:t>
        <a:bodyPr/>
        <a:lstStyle/>
        <a:p>
          <a:endParaRPr lang="en-IN"/>
        </a:p>
      </dgm:t>
    </dgm:pt>
    <dgm:pt modelId="{64EADBF9-DF1E-44F3-862B-86DEB4930504}" type="sibTrans" cxnId="{F6E4D0FC-8204-4FD2-AC04-B5E0CBE62F13}">
      <dgm:prSet/>
      <dgm:spPr/>
      <dgm:t>
        <a:bodyPr/>
        <a:lstStyle/>
        <a:p>
          <a:endParaRPr lang="en-IN"/>
        </a:p>
      </dgm:t>
    </dgm:pt>
    <dgm:pt modelId="{B6F82745-BEE4-4084-9D91-4F092EAD8A23}" type="pres">
      <dgm:prSet presAssocID="{1BD738D3-0C14-411D-B0AE-9AACA36262F9}" presName="Name0" presStyleCnt="0">
        <dgm:presLayoutVars>
          <dgm:dir/>
          <dgm:animLvl val="lvl"/>
          <dgm:resizeHandles val="exact"/>
        </dgm:presLayoutVars>
      </dgm:prSet>
      <dgm:spPr/>
    </dgm:pt>
    <dgm:pt modelId="{E2BA5CDB-B5FD-4014-B1D3-05A22FAD62D2}" type="pres">
      <dgm:prSet presAssocID="{FD3C42E6-F197-4A1A-A3AC-507B211881B6}" presName="linNode" presStyleCnt="0"/>
      <dgm:spPr/>
    </dgm:pt>
    <dgm:pt modelId="{9FE3D2C7-1B6A-4B74-A947-25488ACEC0B9}" type="pres">
      <dgm:prSet presAssocID="{FD3C42E6-F197-4A1A-A3AC-507B211881B6}" presName="parTx" presStyleLbl="revTx" presStyleIdx="0" presStyleCnt="2" custScaleY="44043">
        <dgm:presLayoutVars>
          <dgm:chMax val="1"/>
          <dgm:bulletEnabled val="1"/>
        </dgm:presLayoutVars>
      </dgm:prSet>
      <dgm:spPr/>
    </dgm:pt>
    <dgm:pt modelId="{6F384B61-87FB-42B5-823D-334897A7D518}" type="pres">
      <dgm:prSet presAssocID="{FD3C42E6-F197-4A1A-A3AC-507B211881B6}" presName="bracket" presStyleLbl="parChTrans1D1" presStyleIdx="0" presStyleCnt="2" custScaleY="44043"/>
      <dgm:spPr/>
    </dgm:pt>
    <dgm:pt modelId="{CCB77545-49D5-4EAF-B43A-088CDE549436}" type="pres">
      <dgm:prSet presAssocID="{FD3C42E6-F197-4A1A-A3AC-507B211881B6}" presName="spH" presStyleCnt="0"/>
      <dgm:spPr/>
    </dgm:pt>
    <dgm:pt modelId="{342E3792-9AB0-4BB8-BEC8-2116163982CD}" type="pres">
      <dgm:prSet presAssocID="{FD3C42E6-F197-4A1A-A3AC-507B211881B6}" presName="desTx" presStyleLbl="node1" presStyleIdx="0" presStyleCnt="2" custScaleY="44043">
        <dgm:presLayoutVars>
          <dgm:bulletEnabled val="1"/>
        </dgm:presLayoutVars>
      </dgm:prSet>
      <dgm:spPr/>
    </dgm:pt>
    <dgm:pt modelId="{65475DF7-D757-477F-885F-4E96B05D19D0}" type="pres">
      <dgm:prSet presAssocID="{DA479AEB-8C71-47E1-9C7C-9EA4A396B9B6}" presName="spV" presStyleCnt="0"/>
      <dgm:spPr/>
    </dgm:pt>
    <dgm:pt modelId="{826515FD-FFD1-4D91-B5C9-3C9B4E7DD9FD}" type="pres">
      <dgm:prSet presAssocID="{CAD44207-0D11-4012-BD58-CC857A6B2BD2}" presName="linNode" presStyleCnt="0"/>
      <dgm:spPr/>
    </dgm:pt>
    <dgm:pt modelId="{D788D853-F26A-4EC3-9BBC-FB891185DB34}" type="pres">
      <dgm:prSet presAssocID="{CAD44207-0D11-4012-BD58-CC857A6B2BD2}" presName="parTx" presStyleLbl="revTx" presStyleIdx="1" presStyleCnt="2" custScaleY="44043">
        <dgm:presLayoutVars>
          <dgm:chMax val="1"/>
          <dgm:bulletEnabled val="1"/>
        </dgm:presLayoutVars>
      </dgm:prSet>
      <dgm:spPr/>
    </dgm:pt>
    <dgm:pt modelId="{4B8834E1-2B63-42F2-8292-C04883507ED8}" type="pres">
      <dgm:prSet presAssocID="{CAD44207-0D11-4012-BD58-CC857A6B2BD2}" presName="bracket" presStyleLbl="parChTrans1D1" presStyleIdx="1" presStyleCnt="2" custScaleY="44043"/>
      <dgm:spPr/>
    </dgm:pt>
    <dgm:pt modelId="{90C9C98A-F890-49CB-A6F4-34D06027D958}" type="pres">
      <dgm:prSet presAssocID="{CAD44207-0D11-4012-BD58-CC857A6B2BD2}" presName="spH" presStyleCnt="0"/>
      <dgm:spPr/>
    </dgm:pt>
    <dgm:pt modelId="{7FD5BAE7-4EA6-40F7-9D2F-4EED391BBDF9}" type="pres">
      <dgm:prSet presAssocID="{CAD44207-0D11-4012-BD58-CC857A6B2BD2}" presName="desTx" presStyleLbl="node1" presStyleIdx="1" presStyleCnt="2" custScaleY="44043">
        <dgm:presLayoutVars>
          <dgm:bulletEnabled val="1"/>
        </dgm:presLayoutVars>
      </dgm:prSet>
      <dgm:spPr/>
    </dgm:pt>
  </dgm:ptLst>
  <dgm:cxnLst>
    <dgm:cxn modelId="{36DD800F-F9C0-455A-9CFB-10D76A795E4B}" type="presOf" srcId="{790F4B13-C98B-455C-9632-58218FEE9E91}" destId="{7FD5BAE7-4EA6-40F7-9D2F-4EED391BBDF9}" srcOrd="0" destOrd="0" presId="urn:diagrams.loki3.com/BracketList"/>
    <dgm:cxn modelId="{34D2B669-B535-4F8D-B04D-73181C6E4384}" type="presOf" srcId="{CAD44207-0D11-4012-BD58-CC857A6B2BD2}" destId="{D788D853-F26A-4EC3-9BBC-FB891185DB34}" srcOrd="0" destOrd="0" presId="urn:diagrams.loki3.com/BracketList"/>
    <dgm:cxn modelId="{C1EF8782-E8A3-450D-AFCB-CADC8A705505}" srcId="{1BD738D3-0C14-411D-B0AE-9AACA36262F9}" destId="{FD3C42E6-F197-4A1A-A3AC-507B211881B6}" srcOrd="0" destOrd="0" parTransId="{7480C61A-10C8-40F4-8A9F-ACF468B94EAD}" sibTransId="{DA479AEB-8C71-47E1-9C7C-9EA4A396B9B6}"/>
    <dgm:cxn modelId="{0B054683-6F0D-4E1E-B821-C7AE3621371E}" srcId="{FD3C42E6-F197-4A1A-A3AC-507B211881B6}" destId="{CE480F61-86ED-494B-8B99-9D3316C4D86A}" srcOrd="0" destOrd="0" parTransId="{467AC0ED-676C-4243-BC52-EF6E129FDAC2}" sibTransId="{D0969D28-A29E-4B86-9F62-481FA3A3FB33}"/>
    <dgm:cxn modelId="{D1BCDC91-A1F6-44D5-BD92-1DBB5A0D5D75}" type="presOf" srcId="{1BD738D3-0C14-411D-B0AE-9AACA36262F9}" destId="{B6F82745-BEE4-4084-9D91-4F092EAD8A23}" srcOrd="0" destOrd="0" presId="urn:diagrams.loki3.com/BracketList"/>
    <dgm:cxn modelId="{056134A9-6444-4473-8C31-0715CF6BBC37}" type="presOf" srcId="{FD3C42E6-F197-4A1A-A3AC-507B211881B6}" destId="{9FE3D2C7-1B6A-4B74-A947-25488ACEC0B9}" srcOrd="0" destOrd="0" presId="urn:diagrams.loki3.com/BracketList"/>
    <dgm:cxn modelId="{87BFCFD8-424E-4DED-8C84-D8BB61B8BAB1}" type="presOf" srcId="{CE480F61-86ED-494B-8B99-9D3316C4D86A}" destId="{342E3792-9AB0-4BB8-BEC8-2116163982CD}" srcOrd="0" destOrd="0" presId="urn:diagrams.loki3.com/BracketList"/>
    <dgm:cxn modelId="{25CC76E5-C6CA-4301-9FB8-2F115859EFCD}" srcId="{1BD738D3-0C14-411D-B0AE-9AACA36262F9}" destId="{CAD44207-0D11-4012-BD58-CC857A6B2BD2}" srcOrd="1" destOrd="0" parTransId="{9E95E9E9-B564-4C37-ADBF-8EE8115E067A}" sibTransId="{0A93C5D8-51C1-45FB-8D30-7B48EAFE9890}"/>
    <dgm:cxn modelId="{F6E4D0FC-8204-4FD2-AC04-B5E0CBE62F13}" srcId="{CAD44207-0D11-4012-BD58-CC857A6B2BD2}" destId="{790F4B13-C98B-455C-9632-58218FEE9E91}" srcOrd="0" destOrd="0" parTransId="{31FB9066-92BC-40C1-BBBC-46B800D0BBE0}" sibTransId="{64EADBF9-DF1E-44F3-862B-86DEB4930504}"/>
    <dgm:cxn modelId="{8E6F87D4-79F9-4BDF-A450-9549229E3562}" type="presParOf" srcId="{B6F82745-BEE4-4084-9D91-4F092EAD8A23}" destId="{E2BA5CDB-B5FD-4014-B1D3-05A22FAD62D2}" srcOrd="0" destOrd="0" presId="urn:diagrams.loki3.com/BracketList"/>
    <dgm:cxn modelId="{6D734F15-6F43-473A-B2F2-1E493F511725}" type="presParOf" srcId="{E2BA5CDB-B5FD-4014-B1D3-05A22FAD62D2}" destId="{9FE3D2C7-1B6A-4B74-A947-25488ACEC0B9}" srcOrd="0" destOrd="0" presId="urn:diagrams.loki3.com/BracketList"/>
    <dgm:cxn modelId="{F3078844-8A18-4BD1-AA9C-59287C6645B5}" type="presParOf" srcId="{E2BA5CDB-B5FD-4014-B1D3-05A22FAD62D2}" destId="{6F384B61-87FB-42B5-823D-334897A7D518}" srcOrd="1" destOrd="0" presId="urn:diagrams.loki3.com/BracketList"/>
    <dgm:cxn modelId="{FC003241-E213-4FD0-946B-DB0D1052CB41}" type="presParOf" srcId="{E2BA5CDB-B5FD-4014-B1D3-05A22FAD62D2}" destId="{CCB77545-49D5-4EAF-B43A-088CDE549436}" srcOrd="2" destOrd="0" presId="urn:diagrams.loki3.com/BracketList"/>
    <dgm:cxn modelId="{8B17AB48-40A2-416D-A636-53F49F70E2BB}" type="presParOf" srcId="{E2BA5CDB-B5FD-4014-B1D3-05A22FAD62D2}" destId="{342E3792-9AB0-4BB8-BEC8-2116163982CD}" srcOrd="3" destOrd="0" presId="urn:diagrams.loki3.com/BracketList"/>
    <dgm:cxn modelId="{9F12457F-2ADB-419A-B68D-94B4DCB94033}" type="presParOf" srcId="{B6F82745-BEE4-4084-9D91-4F092EAD8A23}" destId="{65475DF7-D757-477F-885F-4E96B05D19D0}" srcOrd="1" destOrd="0" presId="urn:diagrams.loki3.com/BracketList"/>
    <dgm:cxn modelId="{FFB7D398-6014-48A8-81D8-7333AFF0493F}" type="presParOf" srcId="{B6F82745-BEE4-4084-9D91-4F092EAD8A23}" destId="{826515FD-FFD1-4D91-B5C9-3C9B4E7DD9FD}" srcOrd="2" destOrd="0" presId="urn:diagrams.loki3.com/BracketList"/>
    <dgm:cxn modelId="{1659CC8B-DF28-44AA-B0CB-53179869324C}" type="presParOf" srcId="{826515FD-FFD1-4D91-B5C9-3C9B4E7DD9FD}" destId="{D788D853-F26A-4EC3-9BBC-FB891185DB34}" srcOrd="0" destOrd="0" presId="urn:diagrams.loki3.com/BracketList"/>
    <dgm:cxn modelId="{82F8BA70-1500-440F-9DC6-A682EEDE1E95}" type="presParOf" srcId="{826515FD-FFD1-4D91-B5C9-3C9B4E7DD9FD}" destId="{4B8834E1-2B63-42F2-8292-C04883507ED8}" srcOrd="1" destOrd="0" presId="urn:diagrams.loki3.com/BracketList"/>
    <dgm:cxn modelId="{588E2CD3-A69B-4039-93A5-36516A39AD02}" type="presParOf" srcId="{826515FD-FFD1-4D91-B5C9-3C9B4E7DD9FD}" destId="{90C9C98A-F890-49CB-A6F4-34D06027D958}" srcOrd="2" destOrd="0" presId="urn:diagrams.loki3.com/BracketList"/>
    <dgm:cxn modelId="{651FF43D-72EB-4CCB-A4F3-50C035A3581B}" type="presParOf" srcId="{826515FD-FFD1-4D91-B5C9-3C9B4E7DD9FD}" destId="{7FD5BAE7-4EA6-40F7-9D2F-4EED391BBDF9}"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D738D3-0C14-411D-B0AE-9AACA36262F9}"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IN"/>
        </a:p>
      </dgm:t>
    </dgm:pt>
    <dgm:pt modelId="{FD3C42E6-F197-4A1A-A3AC-507B211881B6}">
      <dgm:prSet phldrT="[Text]" phldr="0" custT="1"/>
      <dgm:spPr/>
      <dgm:t>
        <a:bodyPr/>
        <a:lstStyle/>
        <a:p>
          <a:r>
            <a:rPr lang="en-IN" sz="2000" dirty="0">
              <a:latin typeface="Tw Cen MT" panose="020B0602020104020603" pitchFamily="34" charset="0"/>
            </a:rPr>
            <a:t>3.</a:t>
          </a:r>
        </a:p>
      </dgm:t>
    </dgm:pt>
    <dgm:pt modelId="{7480C61A-10C8-40F4-8A9F-ACF468B94EAD}" type="parTrans" cxnId="{C1EF8782-E8A3-450D-AFCB-CADC8A705505}">
      <dgm:prSet/>
      <dgm:spPr/>
      <dgm:t>
        <a:bodyPr/>
        <a:lstStyle/>
        <a:p>
          <a:endParaRPr lang="en-IN"/>
        </a:p>
      </dgm:t>
    </dgm:pt>
    <dgm:pt modelId="{DA479AEB-8C71-47E1-9C7C-9EA4A396B9B6}" type="sibTrans" cxnId="{C1EF8782-E8A3-450D-AFCB-CADC8A705505}">
      <dgm:prSet/>
      <dgm:spPr/>
      <dgm:t>
        <a:bodyPr/>
        <a:lstStyle/>
        <a:p>
          <a:endParaRPr lang="en-IN"/>
        </a:p>
      </dgm:t>
    </dgm:pt>
    <dgm:pt modelId="{CE480F61-86ED-494B-8B99-9D3316C4D86A}">
      <dgm:prSet phldrT="[Text]" phldr="0" custT="1"/>
      <dgm:spPr/>
      <dgm:t>
        <a:bodyPr/>
        <a:lstStyle/>
        <a:p>
          <a:r>
            <a:rPr lang="en-IN" sz="2200" dirty="0">
              <a:solidFill>
                <a:schemeClr val="bg1">
                  <a:lumMod val="50000"/>
                </a:schemeClr>
              </a:solidFill>
              <a:latin typeface="Tw Cen MT" panose="020B0602020104020603" pitchFamily="34" charset="0"/>
            </a:rPr>
            <a:t>EDA</a:t>
          </a:r>
        </a:p>
      </dgm:t>
    </dgm:pt>
    <dgm:pt modelId="{467AC0ED-676C-4243-BC52-EF6E129FDAC2}" type="parTrans" cxnId="{0B054683-6F0D-4E1E-B821-C7AE3621371E}">
      <dgm:prSet/>
      <dgm:spPr/>
      <dgm:t>
        <a:bodyPr/>
        <a:lstStyle/>
        <a:p>
          <a:endParaRPr lang="en-IN"/>
        </a:p>
      </dgm:t>
    </dgm:pt>
    <dgm:pt modelId="{D0969D28-A29E-4B86-9F62-481FA3A3FB33}" type="sibTrans" cxnId="{0B054683-6F0D-4E1E-B821-C7AE3621371E}">
      <dgm:prSet/>
      <dgm:spPr/>
      <dgm:t>
        <a:bodyPr/>
        <a:lstStyle/>
        <a:p>
          <a:endParaRPr lang="en-IN"/>
        </a:p>
      </dgm:t>
    </dgm:pt>
    <dgm:pt modelId="{CAD44207-0D11-4012-BD58-CC857A6B2BD2}">
      <dgm:prSet phldrT="[Text]" phldr="0" custT="1"/>
      <dgm:spPr/>
      <dgm:t>
        <a:bodyPr/>
        <a:lstStyle/>
        <a:p>
          <a:r>
            <a:rPr lang="en-IN" sz="2000" dirty="0">
              <a:latin typeface="Tw Cen MT" panose="020B0602020104020603" pitchFamily="34" charset="0"/>
            </a:rPr>
            <a:t>4.</a:t>
          </a:r>
        </a:p>
      </dgm:t>
    </dgm:pt>
    <dgm:pt modelId="{9E95E9E9-B564-4C37-ADBF-8EE8115E067A}" type="parTrans" cxnId="{25CC76E5-C6CA-4301-9FB8-2F115859EFCD}">
      <dgm:prSet/>
      <dgm:spPr/>
      <dgm:t>
        <a:bodyPr/>
        <a:lstStyle/>
        <a:p>
          <a:endParaRPr lang="en-IN"/>
        </a:p>
      </dgm:t>
    </dgm:pt>
    <dgm:pt modelId="{0A93C5D8-51C1-45FB-8D30-7B48EAFE9890}" type="sibTrans" cxnId="{25CC76E5-C6CA-4301-9FB8-2F115859EFCD}">
      <dgm:prSet/>
      <dgm:spPr/>
      <dgm:t>
        <a:bodyPr/>
        <a:lstStyle/>
        <a:p>
          <a:endParaRPr lang="en-IN"/>
        </a:p>
      </dgm:t>
    </dgm:pt>
    <dgm:pt modelId="{790F4B13-C98B-455C-9632-58218FEE9E91}">
      <dgm:prSet phldrT="[Text]" phldr="0" custT="1"/>
      <dgm:spPr/>
      <dgm:t>
        <a:bodyPr/>
        <a:lstStyle/>
        <a:p>
          <a:r>
            <a:rPr lang="en-IN" sz="2200" dirty="0">
              <a:solidFill>
                <a:schemeClr val="bg1">
                  <a:lumMod val="50000"/>
                </a:schemeClr>
              </a:solidFill>
              <a:latin typeface="Tw Cen MT" panose="020B0602020104020603" pitchFamily="34" charset="0"/>
            </a:rPr>
            <a:t>Data Preprocessing</a:t>
          </a:r>
        </a:p>
      </dgm:t>
    </dgm:pt>
    <dgm:pt modelId="{31FB9066-92BC-40C1-BBBC-46B800D0BBE0}" type="parTrans" cxnId="{F6E4D0FC-8204-4FD2-AC04-B5E0CBE62F13}">
      <dgm:prSet/>
      <dgm:spPr/>
      <dgm:t>
        <a:bodyPr/>
        <a:lstStyle/>
        <a:p>
          <a:endParaRPr lang="en-IN"/>
        </a:p>
      </dgm:t>
    </dgm:pt>
    <dgm:pt modelId="{64EADBF9-DF1E-44F3-862B-86DEB4930504}" type="sibTrans" cxnId="{F6E4D0FC-8204-4FD2-AC04-B5E0CBE62F13}">
      <dgm:prSet/>
      <dgm:spPr/>
      <dgm:t>
        <a:bodyPr/>
        <a:lstStyle/>
        <a:p>
          <a:endParaRPr lang="en-IN"/>
        </a:p>
      </dgm:t>
    </dgm:pt>
    <dgm:pt modelId="{B6F82745-BEE4-4084-9D91-4F092EAD8A23}" type="pres">
      <dgm:prSet presAssocID="{1BD738D3-0C14-411D-B0AE-9AACA36262F9}" presName="Name0" presStyleCnt="0">
        <dgm:presLayoutVars>
          <dgm:dir/>
          <dgm:animLvl val="lvl"/>
          <dgm:resizeHandles val="exact"/>
        </dgm:presLayoutVars>
      </dgm:prSet>
      <dgm:spPr/>
    </dgm:pt>
    <dgm:pt modelId="{E2BA5CDB-B5FD-4014-B1D3-05A22FAD62D2}" type="pres">
      <dgm:prSet presAssocID="{FD3C42E6-F197-4A1A-A3AC-507B211881B6}" presName="linNode" presStyleCnt="0"/>
      <dgm:spPr/>
    </dgm:pt>
    <dgm:pt modelId="{9FE3D2C7-1B6A-4B74-A947-25488ACEC0B9}" type="pres">
      <dgm:prSet presAssocID="{FD3C42E6-F197-4A1A-A3AC-507B211881B6}" presName="parTx" presStyleLbl="revTx" presStyleIdx="0" presStyleCnt="2" custScaleY="44043">
        <dgm:presLayoutVars>
          <dgm:chMax val="1"/>
          <dgm:bulletEnabled val="1"/>
        </dgm:presLayoutVars>
      </dgm:prSet>
      <dgm:spPr/>
    </dgm:pt>
    <dgm:pt modelId="{6F384B61-87FB-42B5-823D-334897A7D518}" type="pres">
      <dgm:prSet presAssocID="{FD3C42E6-F197-4A1A-A3AC-507B211881B6}" presName="bracket" presStyleLbl="parChTrans1D1" presStyleIdx="0" presStyleCnt="2" custScaleY="44043"/>
      <dgm:spPr/>
    </dgm:pt>
    <dgm:pt modelId="{CCB77545-49D5-4EAF-B43A-088CDE549436}" type="pres">
      <dgm:prSet presAssocID="{FD3C42E6-F197-4A1A-A3AC-507B211881B6}" presName="spH" presStyleCnt="0"/>
      <dgm:spPr/>
    </dgm:pt>
    <dgm:pt modelId="{342E3792-9AB0-4BB8-BEC8-2116163982CD}" type="pres">
      <dgm:prSet presAssocID="{FD3C42E6-F197-4A1A-A3AC-507B211881B6}" presName="desTx" presStyleLbl="node1" presStyleIdx="0" presStyleCnt="2" custScaleY="44043">
        <dgm:presLayoutVars>
          <dgm:bulletEnabled val="1"/>
        </dgm:presLayoutVars>
      </dgm:prSet>
      <dgm:spPr/>
    </dgm:pt>
    <dgm:pt modelId="{65475DF7-D757-477F-885F-4E96B05D19D0}" type="pres">
      <dgm:prSet presAssocID="{DA479AEB-8C71-47E1-9C7C-9EA4A396B9B6}" presName="spV" presStyleCnt="0"/>
      <dgm:spPr/>
    </dgm:pt>
    <dgm:pt modelId="{826515FD-FFD1-4D91-B5C9-3C9B4E7DD9FD}" type="pres">
      <dgm:prSet presAssocID="{CAD44207-0D11-4012-BD58-CC857A6B2BD2}" presName="linNode" presStyleCnt="0"/>
      <dgm:spPr/>
    </dgm:pt>
    <dgm:pt modelId="{D788D853-F26A-4EC3-9BBC-FB891185DB34}" type="pres">
      <dgm:prSet presAssocID="{CAD44207-0D11-4012-BD58-CC857A6B2BD2}" presName="parTx" presStyleLbl="revTx" presStyleIdx="1" presStyleCnt="2" custScaleY="44043">
        <dgm:presLayoutVars>
          <dgm:chMax val="1"/>
          <dgm:bulletEnabled val="1"/>
        </dgm:presLayoutVars>
      </dgm:prSet>
      <dgm:spPr/>
    </dgm:pt>
    <dgm:pt modelId="{4B8834E1-2B63-42F2-8292-C04883507ED8}" type="pres">
      <dgm:prSet presAssocID="{CAD44207-0D11-4012-BD58-CC857A6B2BD2}" presName="bracket" presStyleLbl="parChTrans1D1" presStyleIdx="1" presStyleCnt="2" custScaleY="44043"/>
      <dgm:spPr/>
    </dgm:pt>
    <dgm:pt modelId="{90C9C98A-F890-49CB-A6F4-34D06027D958}" type="pres">
      <dgm:prSet presAssocID="{CAD44207-0D11-4012-BD58-CC857A6B2BD2}" presName="spH" presStyleCnt="0"/>
      <dgm:spPr/>
    </dgm:pt>
    <dgm:pt modelId="{7FD5BAE7-4EA6-40F7-9D2F-4EED391BBDF9}" type="pres">
      <dgm:prSet presAssocID="{CAD44207-0D11-4012-BD58-CC857A6B2BD2}" presName="desTx" presStyleLbl="node1" presStyleIdx="1" presStyleCnt="2" custScaleY="44043">
        <dgm:presLayoutVars>
          <dgm:bulletEnabled val="1"/>
        </dgm:presLayoutVars>
      </dgm:prSet>
      <dgm:spPr/>
    </dgm:pt>
  </dgm:ptLst>
  <dgm:cxnLst>
    <dgm:cxn modelId="{36DD800F-F9C0-455A-9CFB-10D76A795E4B}" type="presOf" srcId="{790F4B13-C98B-455C-9632-58218FEE9E91}" destId="{7FD5BAE7-4EA6-40F7-9D2F-4EED391BBDF9}" srcOrd="0" destOrd="0" presId="urn:diagrams.loki3.com/BracketList"/>
    <dgm:cxn modelId="{34D2B669-B535-4F8D-B04D-73181C6E4384}" type="presOf" srcId="{CAD44207-0D11-4012-BD58-CC857A6B2BD2}" destId="{D788D853-F26A-4EC3-9BBC-FB891185DB34}" srcOrd="0" destOrd="0" presId="urn:diagrams.loki3.com/BracketList"/>
    <dgm:cxn modelId="{C1EF8782-E8A3-450D-AFCB-CADC8A705505}" srcId="{1BD738D3-0C14-411D-B0AE-9AACA36262F9}" destId="{FD3C42E6-F197-4A1A-A3AC-507B211881B6}" srcOrd="0" destOrd="0" parTransId="{7480C61A-10C8-40F4-8A9F-ACF468B94EAD}" sibTransId="{DA479AEB-8C71-47E1-9C7C-9EA4A396B9B6}"/>
    <dgm:cxn modelId="{0B054683-6F0D-4E1E-B821-C7AE3621371E}" srcId="{FD3C42E6-F197-4A1A-A3AC-507B211881B6}" destId="{CE480F61-86ED-494B-8B99-9D3316C4D86A}" srcOrd="0" destOrd="0" parTransId="{467AC0ED-676C-4243-BC52-EF6E129FDAC2}" sibTransId="{D0969D28-A29E-4B86-9F62-481FA3A3FB33}"/>
    <dgm:cxn modelId="{D1BCDC91-A1F6-44D5-BD92-1DBB5A0D5D75}" type="presOf" srcId="{1BD738D3-0C14-411D-B0AE-9AACA36262F9}" destId="{B6F82745-BEE4-4084-9D91-4F092EAD8A23}" srcOrd="0" destOrd="0" presId="urn:diagrams.loki3.com/BracketList"/>
    <dgm:cxn modelId="{056134A9-6444-4473-8C31-0715CF6BBC37}" type="presOf" srcId="{FD3C42E6-F197-4A1A-A3AC-507B211881B6}" destId="{9FE3D2C7-1B6A-4B74-A947-25488ACEC0B9}" srcOrd="0" destOrd="0" presId="urn:diagrams.loki3.com/BracketList"/>
    <dgm:cxn modelId="{87BFCFD8-424E-4DED-8C84-D8BB61B8BAB1}" type="presOf" srcId="{CE480F61-86ED-494B-8B99-9D3316C4D86A}" destId="{342E3792-9AB0-4BB8-BEC8-2116163982CD}" srcOrd="0" destOrd="0" presId="urn:diagrams.loki3.com/BracketList"/>
    <dgm:cxn modelId="{25CC76E5-C6CA-4301-9FB8-2F115859EFCD}" srcId="{1BD738D3-0C14-411D-B0AE-9AACA36262F9}" destId="{CAD44207-0D11-4012-BD58-CC857A6B2BD2}" srcOrd="1" destOrd="0" parTransId="{9E95E9E9-B564-4C37-ADBF-8EE8115E067A}" sibTransId="{0A93C5D8-51C1-45FB-8D30-7B48EAFE9890}"/>
    <dgm:cxn modelId="{F6E4D0FC-8204-4FD2-AC04-B5E0CBE62F13}" srcId="{CAD44207-0D11-4012-BD58-CC857A6B2BD2}" destId="{790F4B13-C98B-455C-9632-58218FEE9E91}" srcOrd="0" destOrd="0" parTransId="{31FB9066-92BC-40C1-BBBC-46B800D0BBE0}" sibTransId="{64EADBF9-DF1E-44F3-862B-86DEB4930504}"/>
    <dgm:cxn modelId="{8E6F87D4-79F9-4BDF-A450-9549229E3562}" type="presParOf" srcId="{B6F82745-BEE4-4084-9D91-4F092EAD8A23}" destId="{E2BA5CDB-B5FD-4014-B1D3-05A22FAD62D2}" srcOrd="0" destOrd="0" presId="urn:diagrams.loki3.com/BracketList"/>
    <dgm:cxn modelId="{6D734F15-6F43-473A-B2F2-1E493F511725}" type="presParOf" srcId="{E2BA5CDB-B5FD-4014-B1D3-05A22FAD62D2}" destId="{9FE3D2C7-1B6A-4B74-A947-25488ACEC0B9}" srcOrd="0" destOrd="0" presId="urn:diagrams.loki3.com/BracketList"/>
    <dgm:cxn modelId="{F3078844-8A18-4BD1-AA9C-59287C6645B5}" type="presParOf" srcId="{E2BA5CDB-B5FD-4014-B1D3-05A22FAD62D2}" destId="{6F384B61-87FB-42B5-823D-334897A7D518}" srcOrd="1" destOrd="0" presId="urn:diagrams.loki3.com/BracketList"/>
    <dgm:cxn modelId="{FC003241-E213-4FD0-946B-DB0D1052CB41}" type="presParOf" srcId="{E2BA5CDB-B5FD-4014-B1D3-05A22FAD62D2}" destId="{CCB77545-49D5-4EAF-B43A-088CDE549436}" srcOrd="2" destOrd="0" presId="urn:diagrams.loki3.com/BracketList"/>
    <dgm:cxn modelId="{8B17AB48-40A2-416D-A636-53F49F70E2BB}" type="presParOf" srcId="{E2BA5CDB-B5FD-4014-B1D3-05A22FAD62D2}" destId="{342E3792-9AB0-4BB8-BEC8-2116163982CD}" srcOrd="3" destOrd="0" presId="urn:diagrams.loki3.com/BracketList"/>
    <dgm:cxn modelId="{9F12457F-2ADB-419A-B68D-94B4DCB94033}" type="presParOf" srcId="{B6F82745-BEE4-4084-9D91-4F092EAD8A23}" destId="{65475DF7-D757-477F-885F-4E96B05D19D0}" srcOrd="1" destOrd="0" presId="urn:diagrams.loki3.com/BracketList"/>
    <dgm:cxn modelId="{FFB7D398-6014-48A8-81D8-7333AFF0493F}" type="presParOf" srcId="{B6F82745-BEE4-4084-9D91-4F092EAD8A23}" destId="{826515FD-FFD1-4D91-B5C9-3C9B4E7DD9FD}" srcOrd="2" destOrd="0" presId="urn:diagrams.loki3.com/BracketList"/>
    <dgm:cxn modelId="{1659CC8B-DF28-44AA-B0CB-53179869324C}" type="presParOf" srcId="{826515FD-FFD1-4D91-B5C9-3C9B4E7DD9FD}" destId="{D788D853-F26A-4EC3-9BBC-FB891185DB34}" srcOrd="0" destOrd="0" presId="urn:diagrams.loki3.com/BracketList"/>
    <dgm:cxn modelId="{82F8BA70-1500-440F-9DC6-A682EEDE1E95}" type="presParOf" srcId="{826515FD-FFD1-4D91-B5C9-3C9B4E7DD9FD}" destId="{4B8834E1-2B63-42F2-8292-C04883507ED8}" srcOrd="1" destOrd="0" presId="urn:diagrams.loki3.com/BracketList"/>
    <dgm:cxn modelId="{588E2CD3-A69B-4039-93A5-36516A39AD02}" type="presParOf" srcId="{826515FD-FFD1-4D91-B5C9-3C9B4E7DD9FD}" destId="{90C9C98A-F890-49CB-A6F4-34D06027D958}" srcOrd="2" destOrd="0" presId="urn:diagrams.loki3.com/BracketList"/>
    <dgm:cxn modelId="{651FF43D-72EB-4CCB-A4F3-50C035A3581B}" type="presParOf" srcId="{826515FD-FFD1-4D91-B5C9-3C9B4E7DD9FD}" destId="{7FD5BAE7-4EA6-40F7-9D2F-4EED391BBDF9}" srcOrd="3" destOrd="0" presId="urn:diagrams.loki3.com/Bracket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D738D3-0C14-411D-B0AE-9AACA36262F9}"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IN"/>
        </a:p>
      </dgm:t>
    </dgm:pt>
    <dgm:pt modelId="{FD3C42E6-F197-4A1A-A3AC-507B211881B6}">
      <dgm:prSet phldrT="[Text]" phldr="0" custT="1"/>
      <dgm:spPr/>
      <dgm:t>
        <a:bodyPr/>
        <a:lstStyle/>
        <a:p>
          <a:r>
            <a:rPr lang="en-IN" sz="2000" dirty="0">
              <a:latin typeface="Tw Cen MT" panose="020B0602020104020603" pitchFamily="34" charset="0"/>
            </a:rPr>
            <a:t>5.</a:t>
          </a:r>
        </a:p>
      </dgm:t>
    </dgm:pt>
    <dgm:pt modelId="{7480C61A-10C8-40F4-8A9F-ACF468B94EAD}" type="parTrans" cxnId="{C1EF8782-E8A3-450D-AFCB-CADC8A705505}">
      <dgm:prSet/>
      <dgm:spPr/>
      <dgm:t>
        <a:bodyPr/>
        <a:lstStyle/>
        <a:p>
          <a:endParaRPr lang="en-IN"/>
        </a:p>
      </dgm:t>
    </dgm:pt>
    <dgm:pt modelId="{DA479AEB-8C71-47E1-9C7C-9EA4A396B9B6}" type="sibTrans" cxnId="{C1EF8782-E8A3-450D-AFCB-CADC8A705505}">
      <dgm:prSet/>
      <dgm:spPr/>
      <dgm:t>
        <a:bodyPr/>
        <a:lstStyle/>
        <a:p>
          <a:endParaRPr lang="en-IN"/>
        </a:p>
      </dgm:t>
    </dgm:pt>
    <dgm:pt modelId="{CE480F61-86ED-494B-8B99-9D3316C4D86A}">
      <dgm:prSet phldrT="[Text]" phldr="0" custT="1"/>
      <dgm:spPr/>
      <dgm:t>
        <a:bodyPr/>
        <a:lstStyle/>
        <a:p>
          <a:r>
            <a:rPr lang="en-IN" sz="2200" dirty="0">
              <a:solidFill>
                <a:schemeClr val="bg1">
                  <a:lumMod val="50000"/>
                </a:schemeClr>
              </a:solidFill>
              <a:latin typeface="Tw Cen MT" panose="020B0602020104020603" pitchFamily="34" charset="0"/>
            </a:rPr>
            <a:t>Model Building</a:t>
          </a:r>
        </a:p>
      </dgm:t>
    </dgm:pt>
    <dgm:pt modelId="{467AC0ED-676C-4243-BC52-EF6E129FDAC2}" type="parTrans" cxnId="{0B054683-6F0D-4E1E-B821-C7AE3621371E}">
      <dgm:prSet/>
      <dgm:spPr/>
      <dgm:t>
        <a:bodyPr/>
        <a:lstStyle/>
        <a:p>
          <a:endParaRPr lang="en-IN"/>
        </a:p>
      </dgm:t>
    </dgm:pt>
    <dgm:pt modelId="{D0969D28-A29E-4B86-9F62-481FA3A3FB33}" type="sibTrans" cxnId="{0B054683-6F0D-4E1E-B821-C7AE3621371E}">
      <dgm:prSet/>
      <dgm:spPr/>
      <dgm:t>
        <a:bodyPr/>
        <a:lstStyle/>
        <a:p>
          <a:endParaRPr lang="en-IN"/>
        </a:p>
      </dgm:t>
    </dgm:pt>
    <dgm:pt modelId="{CAD44207-0D11-4012-BD58-CC857A6B2BD2}">
      <dgm:prSet phldrT="[Text]" phldr="0" custT="1"/>
      <dgm:spPr/>
      <dgm:t>
        <a:bodyPr/>
        <a:lstStyle/>
        <a:p>
          <a:r>
            <a:rPr lang="en-IN" sz="2000" dirty="0">
              <a:latin typeface="Tw Cen MT" panose="020B0602020104020603" pitchFamily="34" charset="0"/>
            </a:rPr>
            <a:t>6.</a:t>
          </a:r>
        </a:p>
      </dgm:t>
    </dgm:pt>
    <dgm:pt modelId="{9E95E9E9-B564-4C37-ADBF-8EE8115E067A}" type="parTrans" cxnId="{25CC76E5-C6CA-4301-9FB8-2F115859EFCD}">
      <dgm:prSet/>
      <dgm:spPr/>
      <dgm:t>
        <a:bodyPr/>
        <a:lstStyle/>
        <a:p>
          <a:endParaRPr lang="en-IN"/>
        </a:p>
      </dgm:t>
    </dgm:pt>
    <dgm:pt modelId="{0A93C5D8-51C1-45FB-8D30-7B48EAFE9890}" type="sibTrans" cxnId="{25CC76E5-C6CA-4301-9FB8-2F115859EFCD}">
      <dgm:prSet/>
      <dgm:spPr/>
      <dgm:t>
        <a:bodyPr/>
        <a:lstStyle/>
        <a:p>
          <a:endParaRPr lang="en-IN"/>
        </a:p>
      </dgm:t>
    </dgm:pt>
    <dgm:pt modelId="{790F4B13-C98B-455C-9632-58218FEE9E91}">
      <dgm:prSet phldrT="[Text]" phldr="0" custT="1"/>
      <dgm:spPr/>
      <dgm:t>
        <a:bodyPr/>
        <a:lstStyle/>
        <a:p>
          <a:r>
            <a:rPr lang="en-IN" sz="2200" dirty="0">
              <a:solidFill>
                <a:schemeClr val="bg1">
                  <a:lumMod val="50000"/>
                </a:schemeClr>
              </a:solidFill>
              <a:latin typeface="Tw Cen MT" panose="020B0602020104020603" pitchFamily="34" charset="0"/>
            </a:rPr>
            <a:t>Fine Tuning</a:t>
          </a:r>
        </a:p>
      </dgm:t>
    </dgm:pt>
    <dgm:pt modelId="{31FB9066-92BC-40C1-BBBC-46B800D0BBE0}" type="parTrans" cxnId="{F6E4D0FC-8204-4FD2-AC04-B5E0CBE62F13}">
      <dgm:prSet/>
      <dgm:spPr/>
      <dgm:t>
        <a:bodyPr/>
        <a:lstStyle/>
        <a:p>
          <a:endParaRPr lang="en-IN"/>
        </a:p>
      </dgm:t>
    </dgm:pt>
    <dgm:pt modelId="{64EADBF9-DF1E-44F3-862B-86DEB4930504}" type="sibTrans" cxnId="{F6E4D0FC-8204-4FD2-AC04-B5E0CBE62F13}">
      <dgm:prSet/>
      <dgm:spPr/>
      <dgm:t>
        <a:bodyPr/>
        <a:lstStyle/>
        <a:p>
          <a:endParaRPr lang="en-IN"/>
        </a:p>
      </dgm:t>
    </dgm:pt>
    <dgm:pt modelId="{B6F82745-BEE4-4084-9D91-4F092EAD8A23}" type="pres">
      <dgm:prSet presAssocID="{1BD738D3-0C14-411D-B0AE-9AACA36262F9}" presName="Name0" presStyleCnt="0">
        <dgm:presLayoutVars>
          <dgm:dir/>
          <dgm:animLvl val="lvl"/>
          <dgm:resizeHandles val="exact"/>
        </dgm:presLayoutVars>
      </dgm:prSet>
      <dgm:spPr/>
    </dgm:pt>
    <dgm:pt modelId="{E2BA5CDB-B5FD-4014-B1D3-05A22FAD62D2}" type="pres">
      <dgm:prSet presAssocID="{FD3C42E6-F197-4A1A-A3AC-507B211881B6}" presName="linNode" presStyleCnt="0"/>
      <dgm:spPr/>
    </dgm:pt>
    <dgm:pt modelId="{9FE3D2C7-1B6A-4B74-A947-25488ACEC0B9}" type="pres">
      <dgm:prSet presAssocID="{FD3C42E6-F197-4A1A-A3AC-507B211881B6}" presName="parTx" presStyleLbl="revTx" presStyleIdx="0" presStyleCnt="2" custScaleY="44043">
        <dgm:presLayoutVars>
          <dgm:chMax val="1"/>
          <dgm:bulletEnabled val="1"/>
        </dgm:presLayoutVars>
      </dgm:prSet>
      <dgm:spPr/>
    </dgm:pt>
    <dgm:pt modelId="{6F384B61-87FB-42B5-823D-334897A7D518}" type="pres">
      <dgm:prSet presAssocID="{FD3C42E6-F197-4A1A-A3AC-507B211881B6}" presName="bracket" presStyleLbl="parChTrans1D1" presStyleIdx="0" presStyleCnt="2" custScaleY="44043"/>
      <dgm:spPr/>
    </dgm:pt>
    <dgm:pt modelId="{CCB77545-49D5-4EAF-B43A-088CDE549436}" type="pres">
      <dgm:prSet presAssocID="{FD3C42E6-F197-4A1A-A3AC-507B211881B6}" presName="spH" presStyleCnt="0"/>
      <dgm:spPr/>
    </dgm:pt>
    <dgm:pt modelId="{342E3792-9AB0-4BB8-BEC8-2116163982CD}" type="pres">
      <dgm:prSet presAssocID="{FD3C42E6-F197-4A1A-A3AC-507B211881B6}" presName="desTx" presStyleLbl="node1" presStyleIdx="0" presStyleCnt="2" custScaleY="44043">
        <dgm:presLayoutVars>
          <dgm:bulletEnabled val="1"/>
        </dgm:presLayoutVars>
      </dgm:prSet>
      <dgm:spPr/>
    </dgm:pt>
    <dgm:pt modelId="{65475DF7-D757-477F-885F-4E96B05D19D0}" type="pres">
      <dgm:prSet presAssocID="{DA479AEB-8C71-47E1-9C7C-9EA4A396B9B6}" presName="spV" presStyleCnt="0"/>
      <dgm:spPr/>
    </dgm:pt>
    <dgm:pt modelId="{826515FD-FFD1-4D91-B5C9-3C9B4E7DD9FD}" type="pres">
      <dgm:prSet presAssocID="{CAD44207-0D11-4012-BD58-CC857A6B2BD2}" presName="linNode" presStyleCnt="0"/>
      <dgm:spPr/>
    </dgm:pt>
    <dgm:pt modelId="{D788D853-F26A-4EC3-9BBC-FB891185DB34}" type="pres">
      <dgm:prSet presAssocID="{CAD44207-0D11-4012-BD58-CC857A6B2BD2}" presName="parTx" presStyleLbl="revTx" presStyleIdx="1" presStyleCnt="2" custScaleY="44043">
        <dgm:presLayoutVars>
          <dgm:chMax val="1"/>
          <dgm:bulletEnabled val="1"/>
        </dgm:presLayoutVars>
      </dgm:prSet>
      <dgm:spPr/>
    </dgm:pt>
    <dgm:pt modelId="{4B8834E1-2B63-42F2-8292-C04883507ED8}" type="pres">
      <dgm:prSet presAssocID="{CAD44207-0D11-4012-BD58-CC857A6B2BD2}" presName="bracket" presStyleLbl="parChTrans1D1" presStyleIdx="1" presStyleCnt="2" custScaleY="44043"/>
      <dgm:spPr/>
    </dgm:pt>
    <dgm:pt modelId="{90C9C98A-F890-49CB-A6F4-34D06027D958}" type="pres">
      <dgm:prSet presAssocID="{CAD44207-0D11-4012-BD58-CC857A6B2BD2}" presName="spH" presStyleCnt="0"/>
      <dgm:spPr/>
    </dgm:pt>
    <dgm:pt modelId="{7FD5BAE7-4EA6-40F7-9D2F-4EED391BBDF9}" type="pres">
      <dgm:prSet presAssocID="{CAD44207-0D11-4012-BD58-CC857A6B2BD2}" presName="desTx" presStyleLbl="node1" presStyleIdx="1" presStyleCnt="2" custScaleY="44043">
        <dgm:presLayoutVars>
          <dgm:bulletEnabled val="1"/>
        </dgm:presLayoutVars>
      </dgm:prSet>
      <dgm:spPr/>
    </dgm:pt>
  </dgm:ptLst>
  <dgm:cxnLst>
    <dgm:cxn modelId="{36DD800F-F9C0-455A-9CFB-10D76A795E4B}" type="presOf" srcId="{790F4B13-C98B-455C-9632-58218FEE9E91}" destId="{7FD5BAE7-4EA6-40F7-9D2F-4EED391BBDF9}" srcOrd="0" destOrd="0" presId="urn:diagrams.loki3.com/BracketList"/>
    <dgm:cxn modelId="{34D2B669-B535-4F8D-B04D-73181C6E4384}" type="presOf" srcId="{CAD44207-0D11-4012-BD58-CC857A6B2BD2}" destId="{D788D853-F26A-4EC3-9BBC-FB891185DB34}" srcOrd="0" destOrd="0" presId="urn:diagrams.loki3.com/BracketList"/>
    <dgm:cxn modelId="{C1EF8782-E8A3-450D-AFCB-CADC8A705505}" srcId="{1BD738D3-0C14-411D-B0AE-9AACA36262F9}" destId="{FD3C42E6-F197-4A1A-A3AC-507B211881B6}" srcOrd="0" destOrd="0" parTransId="{7480C61A-10C8-40F4-8A9F-ACF468B94EAD}" sibTransId="{DA479AEB-8C71-47E1-9C7C-9EA4A396B9B6}"/>
    <dgm:cxn modelId="{0B054683-6F0D-4E1E-B821-C7AE3621371E}" srcId="{FD3C42E6-F197-4A1A-A3AC-507B211881B6}" destId="{CE480F61-86ED-494B-8B99-9D3316C4D86A}" srcOrd="0" destOrd="0" parTransId="{467AC0ED-676C-4243-BC52-EF6E129FDAC2}" sibTransId="{D0969D28-A29E-4B86-9F62-481FA3A3FB33}"/>
    <dgm:cxn modelId="{D1BCDC91-A1F6-44D5-BD92-1DBB5A0D5D75}" type="presOf" srcId="{1BD738D3-0C14-411D-B0AE-9AACA36262F9}" destId="{B6F82745-BEE4-4084-9D91-4F092EAD8A23}" srcOrd="0" destOrd="0" presId="urn:diagrams.loki3.com/BracketList"/>
    <dgm:cxn modelId="{056134A9-6444-4473-8C31-0715CF6BBC37}" type="presOf" srcId="{FD3C42E6-F197-4A1A-A3AC-507B211881B6}" destId="{9FE3D2C7-1B6A-4B74-A947-25488ACEC0B9}" srcOrd="0" destOrd="0" presId="urn:diagrams.loki3.com/BracketList"/>
    <dgm:cxn modelId="{87BFCFD8-424E-4DED-8C84-D8BB61B8BAB1}" type="presOf" srcId="{CE480F61-86ED-494B-8B99-9D3316C4D86A}" destId="{342E3792-9AB0-4BB8-BEC8-2116163982CD}" srcOrd="0" destOrd="0" presId="urn:diagrams.loki3.com/BracketList"/>
    <dgm:cxn modelId="{25CC76E5-C6CA-4301-9FB8-2F115859EFCD}" srcId="{1BD738D3-0C14-411D-B0AE-9AACA36262F9}" destId="{CAD44207-0D11-4012-BD58-CC857A6B2BD2}" srcOrd="1" destOrd="0" parTransId="{9E95E9E9-B564-4C37-ADBF-8EE8115E067A}" sibTransId="{0A93C5D8-51C1-45FB-8D30-7B48EAFE9890}"/>
    <dgm:cxn modelId="{F6E4D0FC-8204-4FD2-AC04-B5E0CBE62F13}" srcId="{CAD44207-0D11-4012-BD58-CC857A6B2BD2}" destId="{790F4B13-C98B-455C-9632-58218FEE9E91}" srcOrd="0" destOrd="0" parTransId="{31FB9066-92BC-40C1-BBBC-46B800D0BBE0}" sibTransId="{64EADBF9-DF1E-44F3-862B-86DEB4930504}"/>
    <dgm:cxn modelId="{8E6F87D4-79F9-4BDF-A450-9549229E3562}" type="presParOf" srcId="{B6F82745-BEE4-4084-9D91-4F092EAD8A23}" destId="{E2BA5CDB-B5FD-4014-B1D3-05A22FAD62D2}" srcOrd="0" destOrd="0" presId="urn:diagrams.loki3.com/BracketList"/>
    <dgm:cxn modelId="{6D734F15-6F43-473A-B2F2-1E493F511725}" type="presParOf" srcId="{E2BA5CDB-B5FD-4014-B1D3-05A22FAD62D2}" destId="{9FE3D2C7-1B6A-4B74-A947-25488ACEC0B9}" srcOrd="0" destOrd="0" presId="urn:diagrams.loki3.com/BracketList"/>
    <dgm:cxn modelId="{F3078844-8A18-4BD1-AA9C-59287C6645B5}" type="presParOf" srcId="{E2BA5CDB-B5FD-4014-B1D3-05A22FAD62D2}" destId="{6F384B61-87FB-42B5-823D-334897A7D518}" srcOrd="1" destOrd="0" presId="urn:diagrams.loki3.com/BracketList"/>
    <dgm:cxn modelId="{FC003241-E213-4FD0-946B-DB0D1052CB41}" type="presParOf" srcId="{E2BA5CDB-B5FD-4014-B1D3-05A22FAD62D2}" destId="{CCB77545-49D5-4EAF-B43A-088CDE549436}" srcOrd="2" destOrd="0" presId="urn:diagrams.loki3.com/BracketList"/>
    <dgm:cxn modelId="{8B17AB48-40A2-416D-A636-53F49F70E2BB}" type="presParOf" srcId="{E2BA5CDB-B5FD-4014-B1D3-05A22FAD62D2}" destId="{342E3792-9AB0-4BB8-BEC8-2116163982CD}" srcOrd="3" destOrd="0" presId="urn:diagrams.loki3.com/BracketList"/>
    <dgm:cxn modelId="{9F12457F-2ADB-419A-B68D-94B4DCB94033}" type="presParOf" srcId="{B6F82745-BEE4-4084-9D91-4F092EAD8A23}" destId="{65475DF7-D757-477F-885F-4E96B05D19D0}" srcOrd="1" destOrd="0" presId="urn:diagrams.loki3.com/BracketList"/>
    <dgm:cxn modelId="{FFB7D398-6014-48A8-81D8-7333AFF0493F}" type="presParOf" srcId="{B6F82745-BEE4-4084-9D91-4F092EAD8A23}" destId="{826515FD-FFD1-4D91-B5C9-3C9B4E7DD9FD}" srcOrd="2" destOrd="0" presId="urn:diagrams.loki3.com/BracketList"/>
    <dgm:cxn modelId="{1659CC8B-DF28-44AA-B0CB-53179869324C}" type="presParOf" srcId="{826515FD-FFD1-4D91-B5C9-3C9B4E7DD9FD}" destId="{D788D853-F26A-4EC3-9BBC-FB891185DB34}" srcOrd="0" destOrd="0" presId="urn:diagrams.loki3.com/BracketList"/>
    <dgm:cxn modelId="{82F8BA70-1500-440F-9DC6-A682EEDE1E95}" type="presParOf" srcId="{826515FD-FFD1-4D91-B5C9-3C9B4E7DD9FD}" destId="{4B8834E1-2B63-42F2-8292-C04883507ED8}" srcOrd="1" destOrd="0" presId="urn:diagrams.loki3.com/BracketList"/>
    <dgm:cxn modelId="{588E2CD3-A69B-4039-93A5-36516A39AD02}" type="presParOf" srcId="{826515FD-FFD1-4D91-B5C9-3C9B4E7DD9FD}" destId="{90C9C98A-F890-49CB-A6F4-34D06027D958}" srcOrd="2" destOrd="0" presId="urn:diagrams.loki3.com/BracketList"/>
    <dgm:cxn modelId="{651FF43D-72EB-4CCB-A4F3-50C035A3581B}" type="presParOf" srcId="{826515FD-FFD1-4D91-B5C9-3C9B4E7DD9FD}" destId="{7FD5BAE7-4EA6-40F7-9D2F-4EED391BBDF9}" srcOrd="3" destOrd="0" presId="urn:diagrams.loki3.com/Bracket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D738D3-0C14-411D-B0AE-9AACA36262F9}" type="doc">
      <dgm:prSet loTypeId="urn:diagrams.loki3.com/BracketList" loCatId="officeonline" qsTypeId="urn:microsoft.com/office/officeart/2005/8/quickstyle/simple1" qsCatId="simple" csTypeId="urn:microsoft.com/office/officeart/2005/8/colors/accent1_2" csCatId="accent1" phldr="1"/>
      <dgm:spPr/>
      <dgm:t>
        <a:bodyPr/>
        <a:lstStyle/>
        <a:p>
          <a:endParaRPr lang="en-IN"/>
        </a:p>
      </dgm:t>
    </dgm:pt>
    <dgm:pt modelId="{FD3C42E6-F197-4A1A-A3AC-507B211881B6}">
      <dgm:prSet phldrT="[Text]" phldr="0" custT="1"/>
      <dgm:spPr/>
      <dgm:t>
        <a:bodyPr/>
        <a:lstStyle/>
        <a:p>
          <a:r>
            <a:rPr lang="en-IN" sz="2000" dirty="0">
              <a:latin typeface="Tw Cen MT" panose="020B0602020104020603" pitchFamily="34" charset="0"/>
            </a:rPr>
            <a:t>7.</a:t>
          </a:r>
        </a:p>
      </dgm:t>
    </dgm:pt>
    <dgm:pt modelId="{7480C61A-10C8-40F4-8A9F-ACF468B94EAD}" type="parTrans" cxnId="{C1EF8782-E8A3-450D-AFCB-CADC8A705505}">
      <dgm:prSet/>
      <dgm:spPr/>
      <dgm:t>
        <a:bodyPr/>
        <a:lstStyle/>
        <a:p>
          <a:endParaRPr lang="en-IN"/>
        </a:p>
      </dgm:t>
    </dgm:pt>
    <dgm:pt modelId="{DA479AEB-8C71-47E1-9C7C-9EA4A396B9B6}" type="sibTrans" cxnId="{C1EF8782-E8A3-450D-AFCB-CADC8A705505}">
      <dgm:prSet/>
      <dgm:spPr/>
      <dgm:t>
        <a:bodyPr/>
        <a:lstStyle/>
        <a:p>
          <a:endParaRPr lang="en-IN"/>
        </a:p>
      </dgm:t>
    </dgm:pt>
    <dgm:pt modelId="{CE480F61-86ED-494B-8B99-9D3316C4D86A}">
      <dgm:prSet phldrT="[Text]" phldr="0" custT="1"/>
      <dgm:spPr/>
      <dgm:t>
        <a:bodyPr/>
        <a:lstStyle/>
        <a:p>
          <a:r>
            <a:rPr lang="en-IN" sz="2200" dirty="0">
              <a:solidFill>
                <a:schemeClr val="bg1">
                  <a:lumMod val="50000"/>
                </a:schemeClr>
              </a:solidFill>
              <a:latin typeface="Tw Cen MT" panose="020B0602020104020603" pitchFamily="34" charset="0"/>
            </a:rPr>
            <a:t>Evaluation &amp; Comparison</a:t>
          </a:r>
        </a:p>
      </dgm:t>
    </dgm:pt>
    <dgm:pt modelId="{467AC0ED-676C-4243-BC52-EF6E129FDAC2}" type="parTrans" cxnId="{0B054683-6F0D-4E1E-B821-C7AE3621371E}">
      <dgm:prSet/>
      <dgm:spPr/>
      <dgm:t>
        <a:bodyPr/>
        <a:lstStyle/>
        <a:p>
          <a:endParaRPr lang="en-IN"/>
        </a:p>
      </dgm:t>
    </dgm:pt>
    <dgm:pt modelId="{D0969D28-A29E-4B86-9F62-481FA3A3FB33}" type="sibTrans" cxnId="{0B054683-6F0D-4E1E-B821-C7AE3621371E}">
      <dgm:prSet/>
      <dgm:spPr/>
      <dgm:t>
        <a:bodyPr/>
        <a:lstStyle/>
        <a:p>
          <a:endParaRPr lang="en-IN"/>
        </a:p>
      </dgm:t>
    </dgm:pt>
    <dgm:pt modelId="{CAD44207-0D11-4012-BD58-CC857A6B2BD2}">
      <dgm:prSet phldrT="[Text]" phldr="0" custT="1"/>
      <dgm:spPr/>
      <dgm:t>
        <a:bodyPr/>
        <a:lstStyle/>
        <a:p>
          <a:r>
            <a:rPr lang="en-IN" sz="2000" dirty="0">
              <a:latin typeface="Tw Cen MT" panose="020B0602020104020603" pitchFamily="34" charset="0"/>
            </a:rPr>
            <a:t>8.</a:t>
          </a:r>
        </a:p>
      </dgm:t>
    </dgm:pt>
    <dgm:pt modelId="{9E95E9E9-B564-4C37-ADBF-8EE8115E067A}" type="parTrans" cxnId="{25CC76E5-C6CA-4301-9FB8-2F115859EFCD}">
      <dgm:prSet/>
      <dgm:spPr/>
      <dgm:t>
        <a:bodyPr/>
        <a:lstStyle/>
        <a:p>
          <a:endParaRPr lang="en-IN"/>
        </a:p>
      </dgm:t>
    </dgm:pt>
    <dgm:pt modelId="{0A93C5D8-51C1-45FB-8D30-7B48EAFE9890}" type="sibTrans" cxnId="{25CC76E5-C6CA-4301-9FB8-2F115859EFCD}">
      <dgm:prSet/>
      <dgm:spPr/>
      <dgm:t>
        <a:bodyPr/>
        <a:lstStyle/>
        <a:p>
          <a:endParaRPr lang="en-IN"/>
        </a:p>
      </dgm:t>
    </dgm:pt>
    <dgm:pt modelId="{790F4B13-C98B-455C-9632-58218FEE9E91}">
      <dgm:prSet phldrT="[Text]" phldr="0" custT="1"/>
      <dgm:spPr/>
      <dgm:t>
        <a:bodyPr/>
        <a:lstStyle/>
        <a:p>
          <a:r>
            <a:rPr lang="en-IN" sz="2200" dirty="0">
              <a:solidFill>
                <a:schemeClr val="bg1">
                  <a:lumMod val="50000"/>
                </a:schemeClr>
              </a:solidFill>
              <a:latin typeface="Tw Cen MT" panose="020B0602020104020603" pitchFamily="34" charset="0"/>
            </a:rPr>
            <a:t>Recommendation &amp; Conclusion </a:t>
          </a:r>
        </a:p>
      </dgm:t>
    </dgm:pt>
    <dgm:pt modelId="{31FB9066-92BC-40C1-BBBC-46B800D0BBE0}" type="parTrans" cxnId="{F6E4D0FC-8204-4FD2-AC04-B5E0CBE62F13}">
      <dgm:prSet/>
      <dgm:spPr/>
      <dgm:t>
        <a:bodyPr/>
        <a:lstStyle/>
        <a:p>
          <a:endParaRPr lang="en-IN"/>
        </a:p>
      </dgm:t>
    </dgm:pt>
    <dgm:pt modelId="{64EADBF9-DF1E-44F3-862B-86DEB4930504}" type="sibTrans" cxnId="{F6E4D0FC-8204-4FD2-AC04-B5E0CBE62F13}">
      <dgm:prSet/>
      <dgm:spPr/>
      <dgm:t>
        <a:bodyPr/>
        <a:lstStyle/>
        <a:p>
          <a:endParaRPr lang="en-IN"/>
        </a:p>
      </dgm:t>
    </dgm:pt>
    <dgm:pt modelId="{B6F82745-BEE4-4084-9D91-4F092EAD8A23}" type="pres">
      <dgm:prSet presAssocID="{1BD738D3-0C14-411D-B0AE-9AACA36262F9}" presName="Name0" presStyleCnt="0">
        <dgm:presLayoutVars>
          <dgm:dir/>
          <dgm:animLvl val="lvl"/>
          <dgm:resizeHandles val="exact"/>
        </dgm:presLayoutVars>
      </dgm:prSet>
      <dgm:spPr/>
    </dgm:pt>
    <dgm:pt modelId="{E2BA5CDB-B5FD-4014-B1D3-05A22FAD62D2}" type="pres">
      <dgm:prSet presAssocID="{FD3C42E6-F197-4A1A-A3AC-507B211881B6}" presName="linNode" presStyleCnt="0"/>
      <dgm:spPr/>
    </dgm:pt>
    <dgm:pt modelId="{9FE3D2C7-1B6A-4B74-A947-25488ACEC0B9}" type="pres">
      <dgm:prSet presAssocID="{FD3C42E6-F197-4A1A-A3AC-507B211881B6}" presName="parTx" presStyleLbl="revTx" presStyleIdx="0" presStyleCnt="2" custScaleY="44043">
        <dgm:presLayoutVars>
          <dgm:chMax val="1"/>
          <dgm:bulletEnabled val="1"/>
        </dgm:presLayoutVars>
      </dgm:prSet>
      <dgm:spPr/>
    </dgm:pt>
    <dgm:pt modelId="{6F384B61-87FB-42B5-823D-334897A7D518}" type="pres">
      <dgm:prSet presAssocID="{FD3C42E6-F197-4A1A-A3AC-507B211881B6}" presName="bracket" presStyleLbl="parChTrans1D1" presStyleIdx="0" presStyleCnt="2" custScaleY="44043"/>
      <dgm:spPr/>
    </dgm:pt>
    <dgm:pt modelId="{CCB77545-49D5-4EAF-B43A-088CDE549436}" type="pres">
      <dgm:prSet presAssocID="{FD3C42E6-F197-4A1A-A3AC-507B211881B6}" presName="spH" presStyleCnt="0"/>
      <dgm:spPr/>
    </dgm:pt>
    <dgm:pt modelId="{342E3792-9AB0-4BB8-BEC8-2116163982CD}" type="pres">
      <dgm:prSet presAssocID="{FD3C42E6-F197-4A1A-A3AC-507B211881B6}" presName="desTx" presStyleLbl="node1" presStyleIdx="0" presStyleCnt="2" custScaleY="44043">
        <dgm:presLayoutVars>
          <dgm:bulletEnabled val="1"/>
        </dgm:presLayoutVars>
      </dgm:prSet>
      <dgm:spPr/>
    </dgm:pt>
    <dgm:pt modelId="{65475DF7-D757-477F-885F-4E96B05D19D0}" type="pres">
      <dgm:prSet presAssocID="{DA479AEB-8C71-47E1-9C7C-9EA4A396B9B6}" presName="spV" presStyleCnt="0"/>
      <dgm:spPr/>
    </dgm:pt>
    <dgm:pt modelId="{826515FD-FFD1-4D91-B5C9-3C9B4E7DD9FD}" type="pres">
      <dgm:prSet presAssocID="{CAD44207-0D11-4012-BD58-CC857A6B2BD2}" presName="linNode" presStyleCnt="0"/>
      <dgm:spPr/>
    </dgm:pt>
    <dgm:pt modelId="{D788D853-F26A-4EC3-9BBC-FB891185DB34}" type="pres">
      <dgm:prSet presAssocID="{CAD44207-0D11-4012-BD58-CC857A6B2BD2}" presName="parTx" presStyleLbl="revTx" presStyleIdx="1" presStyleCnt="2" custScaleY="44043">
        <dgm:presLayoutVars>
          <dgm:chMax val="1"/>
          <dgm:bulletEnabled val="1"/>
        </dgm:presLayoutVars>
      </dgm:prSet>
      <dgm:spPr/>
    </dgm:pt>
    <dgm:pt modelId="{4B8834E1-2B63-42F2-8292-C04883507ED8}" type="pres">
      <dgm:prSet presAssocID="{CAD44207-0D11-4012-BD58-CC857A6B2BD2}" presName="bracket" presStyleLbl="parChTrans1D1" presStyleIdx="1" presStyleCnt="2" custScaleY="44043"/>
      <dgm:spPr/>
    </dgm:pt>
    <dgm:pt modelId="{90C9C98A-F890-49CB-A6F4-34D06027D958}" type="pres">
      <dgm:prSet presAssocID="{CAD44207-0D11-4012-BD58-CC857A6B2BD2}" presName="spH" presStyleCnt="0"/>
      <dgm:spPr/>
    </dgm:pt>
    <dgm:pt modelId="{7FD5BAE7-4EA6-40F7-9D2F-4EED391BBDF9}" type="pres">
      <dgm:prSet presAssocID="{CAD44207-0D11-4012-BD58-CC857A6B2BD2}" presName="desTx" presStyleLbl="node1" presStyleIdx="1" presStyleCnt="2" custScaleY="44043">
        <dgm:presLayoutVars>
          <dgm:bulletEnabled val="1"/>
        </dgm:presLayoutVars>
      </dgm:prSet>
      <dgm:spPr/>
    </dgm:pt>
  </dgm:ptLst>
  <dgm:cxnLst>
    <dgm:cxn modelId="{36DD800F-F9C0-455A-9CFB-10D76A795E4B}" type="presOf" srcId="{790F4B13-C98B-455C-9632-58218FEE9E91}" destId="{7FD5BAE7-4EA6-40F7-9D2F-4EED391BBDF9}" srcOrd="0" destOrd="0" presId="urn:diagrams.loki3.com/BracketList"/>
    <dgm:cxn modelId="{34D2B669-B535-4F8D-B04D-73181C6E4384}" type="presOf" srcId="{CAD44207-0D11-4012-BD58-CC857A6B2BD2}" destId="{D788D853-F26A-4EC3-9BBC-FB891185DB34}" srcOrd="0" destOrd="0" presId="urn:diagrams.loki3.com/BracketList"/>
    <dgm:cxn modelId="{C1EF8782-E8A3-450D-AFCB-CADC8A705505}" srcId="{1BD738D3-0C14-411D-B0AE-9AACA36262F9}" destId="{FD3C42E6-F197-4A1A-A3AC-507B211881B6}" srcOrd="0" destOrd="0" parTransId="{7480C61A-10C8-40F4-8A9F-ACF468B94EAD}" sibTransId="{DA479AEB-8C71-47E1-9C7C-9EA4A396B9B6}"/>
    <dgm:cxn modelId="{0B054683-6F0D-4E1E-B821-C7AE3621371E}" srcId="{FD3C42E6-F197-4A1A-A3AC-507B211881B6}" destId="{CE480F61-86ED-494B-8B99-9D3316C4D86A}" srcOrd="0" destOrd="0" parTransId="{467AC0ED-676C-4243-BC52-EF6E129FDAC2}" sibTransId="{D0969D28-A29E-4B86-9F62-481FA3A3FB33}"/>
    <dgm:cxn modelId="{D1BCDC91-A1F6-44D5-BD92-1DBB5A0D5D75}" type="presOf" srcId="{1BD738D3-0C14-411D-B0AE-9AACA36262F9}" destId="{B6F82745-BEE4-4084-9D91-4F092EAD8A23}" srcOrd="0" destOrd="0" presId="urn:diagrams.loki3.com/BracketList"/>
    <dgm:cxn modelId="{056134A9-6444-4473-8C31-0715CF6BBC37}" type="presOf" srcId="{FD3C42E6-F197-4A1A-A3AC-507B211881B6}" destId="{9FE3D2C7-1B6A-4B74-A947-25488ACEC0B9}" srcOrd="0" destOrd="0" presId="urn:diagrams.loki3.com/BracketList"/>
    <dgm:cxn modelId="{87BFCFD8-424E-4DED-8C84-D8BB61B8BAB1}" type="presOf" srcId="{CE480F61-86ED-494B-8B99-9D3316C4D86A}" destId="{342E3792-9AB0-4BB8-BEC8-2116163982CD}" srcOrd="0" destOrd="0" presId="urn:diagrams.loki3.com/BracketList"/>
    <dgm:cxn modelId="{25CC76E5-C6CA-4301-9FB8-2F115859EFCD}" srcId="{1BD738D3-0C14-411D-B0AE-9AACA36262F9}" destId="{CAD44207-0D11-4012-BD58-CC857A6B2BD2}" srcOrd="1" destOrd="0" parTransId="{9E95E9E9-B564-4C37-ADBF-8EE8115E067A}" sibTransId="{0A93C5D8-51C1-45FB-8D30-7B48EAFE9890}"/>
    <dgm:cxn modelId="{F6E4D0FC-8204-4FD2-AC04-B5E0CBE62F13}" srcId="{CAD44207-0D11-4012-BD58-CC857A6B2BD2}" destId="{790F4B13-C98B-455C-9632-58218FEE9E91}" srcOrd="0" destOrd="0" parTransId="{31FB9066-92BC-40C1-BBBC-46B800D0BBE0}" sibTransId="{64EADBF9-DF1E-44F3-862B-86DEB4930504}"/>
    <dgm:cxn modelId="{8E6F87D4-79F9-4BDF-A450-9549229E3562}" type="presParOf" srcId="{B6F82745-BEE4-4084-9D91-4F092EAD8A23}" destId="{E2BA5CDB-B5FD-4014-B1D3-05A22FAD62D2}" srcOrd="0" destOrd="0" presId="urn:diagrams.loki3.com/BracketList"/>
    <dgm:cxn modelId="{6D734F15-6F43-473A-B2F2-1E493F511725}" type="presParOf" srcId="{E2BA5CDB-B5FD-4014-B1D3-05A22FAD62D2}" destId="{9FE3D2C7-1B6A-4B74-A947-25488ACEC0B9}" srcOrd="0" destOrd="0" presId="urn:diagrams.loki3.com/BracketList"/>
    <dgm:cxn modelId="{F3078844-8A18-4BD1-AA9C-59287C6645B5}" type="presParOf" srcId="{E2BA5CDB-B5FD-4014-B1D3-05A22FAD62D2}" destId="{6F384B61-87FB-42B5-823D-334897A7D518}" srcOrd="1" destOrd="0" presId="urn:diagrams.loki3.com/BracketList"/>
    <dgm:cxn modelId="{FC003241-E213-4FD0-946B-DB0D1052CB41}" type="presParOf" srcId="{E2BA5CDB-B5FD-4014-B1D3-05A22FAD62D2}" destId="{CCB77545-49D5-4EAF-B43A-088CDE549436}" srcOrd="2" destOrd="0" presId="urn:diagrams.loki3.com/BracketList"/>
    <dgm:cxn modelId="{8B17AB48-40A2-416D-A636-53F49F70E2BB}" type="presParOf" srcId="{E2BA5CDB-B5FD-4014-B1D3-05A22FAD62D2}" destId="{342E3792-9AB0-4BB8-BEC8-2116163982CD}" srcOrd="3" destOrd="0" presId="urn:diagrams.loki3.com/BracketList"/>
    <dgm:cxn modelId="{9F12457F-2ADB-419A-B68D-94B4DCB94033}" type="presParOf" srcId="{B6F82745-BEE4-4084-9D91-4F092EAD8A23}" destId="{65475DF7-D757-477F-885F-4E96B05D19D0}" srcOrd="1" destOrd="0" presId="urn:diagrams.loki3.com/BracketList"/>
    <dgm:cxn modelId="{FFB7D398-6014-48A8-81D8-7333AFF0493F}" type="presParOf" srcId="{B6F82745-BEE4-4084-9D91-4F092EAD8A23}" destId="{826515FD-FFD1-4D91-B5C9-3C9B4E7DD9FD}" srcOrd="2" destOrd="0" presId="urn:diagrams.loki3.com/BracketList"/>
    <dgm:cxn modelId="{1659CC8B-DF28-44AA-B0CB-53179869324C}" type="presParOf" srcId="{826515FD-FFD1-4D91-B5C9-3C9B4E7DD9FD}" destId="{D788D853-F26A-4EC3-9BBC-FB891185DB34}" srcOrd="0" destOrd="0" presId="urn:diagrams.loki3.com/BracketList"/>
    <dgm:cxn modelId="{82F8BA70-1500-440F-9DC6-A682EEDE1E95}" type="presParOf" srcId="{826515FD-FFD1-4D91-B5C9-3C9B4E7DD9FD}" destId="{4B8834E1-2B63-42F2-8292-C04883507ED8}" srcOrd="1" destOrd="0" presId="urn:diagrams.loki3.com/BracketList"/>
    <dgm:cxn modelId="{588E2CD3-A69B-4039-93A5-36516A39AD02}" type="presParOf" srcId="{826515FD-FFD1-4D91-B5C9-3C9B4E7DD9FD}" destId="{90C9C98A-F890-49CB-A6F4-34D06027D958}" srcOrd="2" destOrd="0" presId="urn:diagrams.loki3.com/BracketList"/>
    <dgm:cxn modelId="{651FF43D-72EB-4CCB-A4F3-50C035A3581B}" type="presParOf" srcId="{826515FD-FFD1-4D91-B5C9-3C9B4E7DD9FD}" destId="{7FD5BAE7-4EA6-40F7-9D2F-4EED391BBDF9}" srcOrd="3" destOrd="0" presId="urn:diagrams.loki3.com/Bracket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3D2C7-1B6A-4B74-A947-25488ACEC0B9}">
      <dsp:nvSpPr>
        <dsp:cNvPr id="0" name=""/>
        <dsp:cNvSpPr/>
      </dsp:nvSpPr>
      <dsp:spPr>
        <a:xfrm>
          <a:off x="0" y="671946"/>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solidFill>
                <a:schemeClr val="tx1">
                  <a:lumMod val="95000"/>
                </a:schemeClr>
              </a:solidFill>
              <a:latin typeface="Tw Cen MT" panose="020B0602020104020603" pitchFamily="34" charset="0"/>
            </a:rPr>
            <a:t>1.</a:t>
          </a:r>
        </a:p>
      </dsp:txBody>
      <dsp:txXfrm>
        <a:off x="0" y="671946"/>
        <a:ext cx="1170130" cy="566833"/>
      </dsp:txXfrm>
    </dsp:sp>
    <dsp:sp modelId="{6F384B61-87FB-42B5-823D-334897A7D518}">
      <dsp:nvSpPr>
        <dsp:cNvPr id="0" name=""/>
        <dsp:cNvSpPr/>
      </dsp:nvSpPr>
      <dsp:spPr>
        <a:xfrm>
          <a:off x="1170129" y="671946"/>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E3792-9AB0-4BB8-BEC8-2116163982CD}">
      <dsp:nvSpPr>
        <dsp:cNvPr id="0" name=""/>
        <dsp:cNvSpPr/>
      </dsp:nvSpPr>
      <dsp:spPr>
        <a:xfrm>
          <a:off x="1497766" y="671946"/>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2">
                  <a:lumMod val="95000"/>
                  <a:lumOff val="5000"/>
                </a:schemeClr>
              </a:solidFill>
              <a:latin typeface="Tw Cen MT" panose="020B0602020104020603" pitchFamily="34" charset="0"/>
            </a:rPr>
            <a:t>Data Collection</a:t>
          </a:r>
        </a:p>
      </dsp:txBody>
      <dsp:txXfrm>
        <a:off x="1497766" y="671946"/>
        <a:ext cx="3182753" cy="566833"/>
      </dsp:txXfrm>
    </dsp:sp>
    <dsp:sp modelId="{D788D853-F26A-4EC3-9BBC-FB891185DB34}">
      <dsp:nvSpPr>
        <dsp:cNvPr id="0" name=""/>
        <dsp:cNvSpPr/>
      </dsp:nvSpPr>
      <dsp:spPr>
        <a:xfrm>
          <a:off x="0" y="1472780"/>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solidFill>
                <a:schemeClr val="tx1">
                  <a:lumMod val="95000"/>
                </a:schemeClr>
              </a:solidFill>
              <a:latin typeface="Tw Cen MT" panose="020B0602020104020603" pitchFamily="34" charset="0"/>
            </a:rPr>
            <a:t>2.</a:t>
          </a:r>
        </a:p>
      </dsp:txBody>
      <dsp:txXfrm>
        <a:off x="0" y="1472780"/>
        <a:ext cx="1170130" cy="566833"/>
      </dsp:txXfrm>
    </dsp:sp>
    <dsp:sp modelId="{4B8834E1-2B63-42F2-8292-C04883507ED8}">
      <dsp:nvSpPr>
        <dsp:cNvPr id="0" name=""/>
        <dsp:cNvSpPr/>
      </dsp:nvSpPr>
      <dsp:spPr>
        <a:xfrm>
          <a:off x="1170129" y="1472780"/>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5BAE7-4EA6-40F7-9D2F-4EED391BBDF9}">
      <dsp:nvSpPr>
        <dsp:cNvPr id="0" name=""/>
        <dsp:cNvSpPr/>
      </dsp:nvSpPr>
      <dsp:spPr>
        <a:xfrm>
          <a:off x="1497766" y="1472780"/>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2">
                  <a:lumMod val="95000"/>
                  <a:lumOff val="5000"/>
                </a:schemeClr>
              </a:solidFill>
              <a:latin typeface="Tw Cen MT" panose="020B0602020104020603" pitchFamily="34" charset="0"/>
            </a:rPr>
            <a:t>Data Cleaning</a:t>
          </a:r>
        </a:p>
      </dsp:txBody>
      <dsp:txXfrm>
        <a:off x="1497766" y="1472780"/>
        <a:ext cx="3182753" cy="5668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3D2C7-1B6A-4B74-A947-25488ACEC0B9}">
      <dsp:nvSpPr>
        <dsp:cNvPr id="0" name=""/>
        <dsp:cNvSpPr/>
      </dsp:nvSpPr>
      <dsp:spPr>
        <a:xfrm>
          <a:off x="0" y="671946"/>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3.</a:t>
          </a:r>
        </a:p>
      </dsp:txBody>
      <dsp:txXfrm>
        <a:off x="0" y="671946"/>
        <a:ext cx="1170130" cy="566833"/>
      </dsp:txXfrm>
    </dsp:sp>
    <dsp:sp modelId="{6F384B61-87FB-42B5-823D-334897A7D518}">
      <dsp:nvSpPr>
        <dsp:cNvPr id="0" name=""/>
        <dsp:cNvSpPr/>
      </dsp:nvSpPr>
      <dsp:spPr>
        <a:xfrm>
          <a:off x="1170129" y="671946"/>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E3792-9AB0-4BB8-BEC8-2116163982CD}">
      <dsp:nvSpPr>
        <dsp:cNvPr id="0" name=""/>
        <dsp:cNvSpPr/>
      </dsp:nvSpPr>
      <dsp:spPr>
        <a:xfrm>
          <a:off x="1497766" y="671946"/>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EDA</a:t>
          </a:r>
        </a:p>
      </dsp:txBody>
      <dsp:txXfrm>
        <a:off x="1497766" y="671946"/>
        <a:ext cx="3182753" cy="566833"/>
      </dsp:txXfrm>
    </dsp:sp>
    <dsp:sp modelId="{D788D853-F26A-4EC3-9BBC-FB891185DB34}">
      <dsp:nvSpPr>
        <dsp:cNvPr id="0" name=""/>
        <dsp:cNvSpPr/>
      </dsp:nvSpPr>
      <dsp:spPr>
        <a:xfrm>
          <a:off x="0" y="1472780"/>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4.</a:t>
          </a:r>
        </a:p>
      </dsp:txBody>
      <dsp:txXfrm>
        <a:off x="0" y="1472780"/>
        <a:ext cx="1170130" cy="566833"/>
      </dsp:txXfrm>
    </dsp:sp>
    <dsp:sp modelId="{4B8834E1-2B63-42F2-8292-C04883507ED8}">
      <dsp:nvSpPr>
        <dsp:cNvPr id="0" name=""/>
        <dsp:cNvSpPr/>
      </dsp:nvSpPr>
      <dsp:spPr>
        <a:xfrm>
          <a:off x="1170129" y="1472780"/>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5BAE7-4EA6-40F7-9D2F-4EED391BBDF9}">
      <dsp:nvSpPr>
        <dsp:cNvPr id="0" name=""/>
        <dsp:cNvSpPr/>
      </dsp:nvSpPr>
      <dsp:spPr>
        <a:xfrm>
          <a:off x="1497766" y="1472780"/>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Data Preprocessing</a:t>
          </a:r>
        </a:p>
      </dsp:txBody>
      <dsp:txXfrm>
        <a:off x="1497766" y="1472780"/>
        <a:ext cx="3182753" cy="5668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3D2C7-1B6A-4B74-A947-25488ACEC0B9}">
      <dsp:nvSpPr>
        <dsp:cNvPr id="0" name=""/>
        <dsp:cNvSpPr/>
      </dsp:nvSpPr>
      <dsp:spPr>
        <a:xfrm>
          <a:off x="0" y="671946"/>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5.</a:t>
          </a:r>
        </a:p>
      </dsp:txBody>
      <dsp:txXfrm>
        <a:off x="0" y="671946"/>
        <a:ext cx="1170130" cy="566833"/>
      </dsp:txXfrm>
    </dsp:sp>
    <dsp:sp modelId="{6F384B61-87FB-42B5-823D-334897A7D518}">
      <dsp:nvSpPr>
        <dsp:cNvPr id="0" name=""/>
        <dsp:cNvSpPr/>
      </dsp:nvSpPr>
      <dsp:spPr>
        <a:xfrm>
          <a:off x="1170129" y="671946"/>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E3792-9AB0-4BB8-BEC8-2116163982CD}">
      <dsp:nvSpPr>
        <dsp:cNvPr id="0" name=""/>
        <dsp:cNvSpPr/>
      </dsp:nvSpPr>
      <dsp:spPr>
        <a:xfrm>
          <a:off x="1497766" y="671946"/>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Model Building</a:t>
          </a:r>
        </a:p>
      </dsp:txBody>
      <dsp:txXfrm>
        <a:off x="1497766" y="671946"/>
        <a:ext cx="3182753" cy="566833"/>
      </dsp:txXfrm>
    </dsp:sp>
    <dsp:sp modelId="{D788D853-F26A-4EC3-9BBC-FB891185DB34}">
      <dsp:nvSpPr>
        <dsp:cNvPr id="0" name=""/>
        <dsp:cNvSpPr/>
      </dsp:nvSpPr>
      <dsp:spPr>
        <a:xfrm>
          <a:off x="0" y="1472780"/>
          <a:ext cx="1170130" cy="566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6.</a:t>
          </a:r>
        </a:p>
      </dsp:txBody>
      <dsp:txXfrm>
        <a:off x="0" y="1472780"/>
        <a:ext cx="1170130" cy="566833"/>
      </dsp:txXfrm>
    </dsp:sp>
    <dsp:sp modelId="{4B8834E1-2B63-42F2-8292-C04883507ED8}">
      <dsp:nvSpPr>
        <dsp:cNvPr id="0" name=""/>
        <dsp:cNvSpPr/>
      </dsp:nvSpPr>
      <dsp:spPr>
        <a:xfrm>
          <a:off x="1170129" y="1472780"/>
          <a:ext cx="234026" cy="566833"/>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5BAE7-4EA6-40F7-9D2F-4EED391BBDF9}">
      <dsp:nvSpPr>
        <dsp:cNvPr id="0" name=""/>
        <dsp:cNvSpPr/>
      </dsp:nvSpPr>
      <dsp:spPr>
        <a:xfrm>
          <a:off x="1497766" y="1472780"/>
          <a:ext cx="3182753" cy="5668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Fine Tuning</a:t>
          </a:r>
        </a:p>
      </dsp:txBody>
      <dsp:txXfrm>
        <a:off x="1497766" y="1472780"/>
        <a:ext cx="3182753" cy="5668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3D2C7-1B6A-4B74-A947-25488ACEC0B9}">
      <dsp:nvSpPr>
        <dsp:cNvPr id="0" name=""/>
        <dsp:cNvSpPr/>
      </dsp:nvSpPr>
      <dsp:spPr>
        <a:xfrm>
          <a:off x="0" y="682467"/>
          <a:ext cx="1170130" cy="558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7.</a:t>
          </a:r>
        </a:p>
      </dsp:txBody>
      <dsp:txXfrm>
        <a:off x="0" y="682467"/>
        <a:ext cx="1170130" cy="558112"/>
      </dsp:txXfrm>
    </dsp:sp>
    <dsp:sp modelId="{6F384B61-87FB-42B5-823D-334897A7D518}">
      <dsp:nvSpPr>
        <dsp:cNvPr id="0" name=""/>
        <dsp:cNvSpPr/>
      </dsp:nvSpPr>
      <dsp:spPr>
        <a:xfrm>
          <a:off x="1170129" y="682467"/>
          <a:ext cx="234026" cy="558112"/>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2E3792-9AB0-4BB8-BEC8-2116163982CD}">
      <dsp:nvSpPr>
        <dsp:cNvPr id="0" name=""/>
        <dsp:cNvSpPr/>
      </dsp:nvSpPr>
      <dsp:spPr>
        <a:xfrm>
          <a:off x="1497766" y="682467"/>
          <a:ext cx="3182753" cy="558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Evaluation &amp; Comparison</a:t>
          </a:r>
        </a:p>
      </dsp:txBody>
      <dsp:txXfrm>
        <a:off x="1497766" y="682467"/>
        <a:ext cx="3182753" cy="558112"/>
      </dsp:txXfrm>
    </dsp:sp>
    <dsp:sp modelId="{D788D853-F26A-4EC3-9BBC-FB891185DB34}">
      <dsp:nvSpPr>
        <dsp:cNvPr id="0" name=""/>
        <dsp:cNvSpPr/>
      </dsp:nvSpPr>
      <dsp:spPr>
        <a:xfrm>
          <a:off x="0" y="1470980"/>
          <a:ext cx="1170130" cy="558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IN" sz="2000" kern="1200" dirty="0">
              <a:latin typeface="Tw Cen MT" panose="020B0602020104020603" pitchFamily="34" charset="0"/>
            </a:rPr>
            <a:t>8.</a:t>
          </a:r>
        </a:p>
      </dsp:txBody>
      <dsp:txXfrm>
        <a:off x="0" y="1470980"/>
        <a:ext cx="1170130" cy="558112"/>
      </dsp:txXfrm>
    </dsp:sp>
    <dsp:sp modelId="{4B8834E1-2B63-42F2-8292-C04883507ED8}">
      <dsp:nvSpPr>
        <dsp:cNvPr id="0" name=""/>
        <dsp:cNvSpPr/>
      </dsp:nvSpPr>
      <dsp:spPr>
        <a:xfrm>
          <a:off x="1170129" y="1470980"/>
          <a:ext cx="234026" cy="558112"/>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5BAE7-4EA6-40F7-9D2F-4EED391BBDF9}">
      <dsp:nvSpPr>
        <dsp:cNvPr id="0" name=""/>
        <dsp:cNvSpPr/>
      </dsp:nvSpPr>
      <dsp:spPr>
        <a:xfrm>
          <a:off x="1497766" y="1470980"/>
          <a:ext cx="3182753" cy="55811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IN" sz="2200" kern="1200" dirty="0">
              <a:solidFill>
                <a:schemeClr val="bg1">
                  <a:lumMod val="50000"/>
                </a:schemeClr>
              </a:solidFill>
              <a:latin typeface="Tw Cen MT" panose="020B0602020104020603" pitchFamily="34" charset="0"/>
            </a:rPr>
            <a:t>Recommendation &amp; Conclusion </a:t>
          </a:r>
        </a:p>
      </dsp:txBody>
      <dsp:txXfrm>
        <a:off x="1497766" y="1470980"/>
        <a:ext cx="3182753" cy="558112"/>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1C5132-FFA3-4B02-9F09-22FCF40EFA74}" type="datetimeFigureOut">
              <a:rPr lang="en-US" smtClean="0"/>
              <a:t>9/12/2025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3C20D7-F8F1-4196-9585-26F31AFC85C9}" type="slidenum">
              <a:rPr lang="en-US" smtClean="0"/>
              <a:t>‹#›</a:t>
            </a:fld>
            <a:endParaRPr lang="en-US"/>
          </a:p>
        </p:txBody>
      </p:sp>
    </p:spTree>
    <p:extLst>
      <p:ext uri="{BB962C8B-B14F-4D97-AF65-F5344CB8AC3E}">
        <p14:creationId xmlns:p14="http://schemas.microsoft.com/office/powerpoint/2010/main" val="4168162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E42C9-243F-4DC5-AFF6-9D56B5FA9D63}"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AEC444-603B-4F09-9A06-5917518DD901}" type="slidenum">
              <a:rPr lang="en-US" smtClean="0"/>
              <a:t>‹#›</a:t>
            </a:fld>
            <a:endParaRPr lang="en-US"/>
          </a:p>
        </p:txBody>
      </p:sp>
    </p:spTree>
    <p:extLst>
      <p:ext uri="{BB962C8B-B14F-4D97-AF65-F5344CB8AC3E}">
        <p14:creationId xmlns:p14="http://schemas.microsoft.com/office/powerpoint/2010/main" val="87425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AEC444-603B-4F09-9A06-5917518DD901}" type="slidenum">
              <a:rPr lang="en-US" smtClean="0"/>
              <a:t>1</a:t>
            </a:fld>
            <a:endParaRPr lang="en-US"/>
          </a:p>
        </p:txBody>
      </p:sp>
    </p:spTree>
    <p:extLst>
      <p:ext uri="{BB962C8B-B14F-4D97-AF65-F5344CB8AC3E}">
        <p14:creationId xmlns:p14="http://schemas.microsoft.com/office/powerpoint/2010/main" val="4039154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p:cNvSpPr/>
          <p:nvPr/>
        </p:nvSpPr>
        <p:spPr bwMode="invGray">
          <a:xfrm>
            <a:off x="0" y="3936697"/>
            <a:ext cx="12192000" cy="210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1" y="4114800"/>
            <a:ext cx="10515598" cy="1158446"/>
          </a:xfrm>
        </p:spPr>
        <p:txBody>
          <a:bodyPr anchor="b">
            <a:normAutofit/>
          </a:bodyPr>
          <a:lstStyle>
            <a:lvl1pPr algn="l">
              <a:defRPr sz="52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1" y="5338170"/>
            <a:ext cx="10515598" cy="474836"/>
          </a:xfrm>
        </p:spPr>
        <p:txBody>
          <a:bodyPr/>
          <a:lstStyle>
            <a:lvl1pPr marL="0" indent="0" algn="l">
              <a:spcBef>
                <a:spcPts val="0"/>
              </a:spcBef>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63072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11"/>
          </p:nvPr>
        </p:nvSpPr>
        <p:spPr/>
        <p:txBody>
          <a:bodyPr/>
          <a:lstStyle/>
          <a:p>
            <a:endParaRPr lang="en-US" dirty="0"/>
          </a:p>
        </p:txBody>
      </p:sp>
      <p:sp>
        <p:nvSpPr>
          <p:cNvPr id="4" name="Date Placeholder 4"/>
          <p:cNvSpPr>
            <a:spLocks noGrp="1"/>
          </p:cNvSpPr>
          <p:nvPr>
            <p:ph type="dt" sz="half" idx="10"/>
          </p:nvPr>
        </p:nvSpPr>
        <p:spPr/>
        <p:txBody>
          <a:bodyPr/>
          <a:lstStyle/>
          <a:p>
            <a:fld id="{B0FE2824-C2A0-4931-BB32-60B24BDBB3CC}" type="datetimeFigureOut">
              <a:rPr lang="en-US" smtClean="0"/>
              <a:t>9/12/2025</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21557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0" y="3276600"/>
            <a:ext cx="12192000" cy="27632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3429000"/>
            <a:ext cx="9601200" cy="1838519"/>
          </a:xfrm>
        </p:spPr>
        <p:txBody>
          <a:bodyPr anchor="b">
            <a:normAutofit/>
          </a:bodyPr>
          <a:lstStyle>
            <a:lvl1pPr>
              <a:defRPr sz="52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41248" y="5340096"/>
            <a:ext cx="9601200" cy="475488"/>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91735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5224"/>
          </a:xfrm>
        </p:spPr>
        <p:txBody>
          <a:bodyPr/>
          <a:lstStyle/>
          <a:p>
            <a:r>
              <a:rPr lang="en-US"/>
              <a:t>Click to edit Master title style</a:t>
            </a:r>
          </a:p>
        </p:txBody>
      </p:sp>
      <p:sp>
        <p:nvSpPr>
          <p:cNvPr id="3" name="Content Placeholder 2"/>
          <p:cNvSpPr>
            <a:spLocks noGrp="1"/>
          </p:cNvSpPr>
          <p:nvPr>
            <p:ph sz="half" idx="1"/>
          </p:nvPr>
        </p:nvSpPr>
        <p:spPr>
          <a:xfrm>
            <a:off x="838200" y="1825625"/>
            <a:ext cx="5029200" cy="435133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5029200" cy="435133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11"/>
          </p:nvPr>
        </p:nvSpPr>
        <p:spPr/>
        <p:txBody>
          <a:bodyPr/>
          <a:lstStyle/>
          <a:p>
            <a:endParaRPr lang="en-US"/>
          </a:p>
        </p:txBody>
      </p:sp>
      <p:sp>
        <p:nvSpPr>
          <p:cNvPr id="5" name="Date Placeholder 5"/>
          <p:cNvSpPr>
            <a:spLocks noGrp="1"/>
          </p:cNvSpPr>
          <p:nvPr>
            <p:ph type="dt" sz="half" idx="10"/>
          </p:nvPr>
        </p:nvSpPr>
        <p:spPr/>
        <p:txBody>
          <a:bodyPr/>
          <a:lstStyle/>
          <a:p>
            <a:fld id="{B0FE2824-C2A0-4931-BB32-60B24BDBB3CC}" type="datetimeFigureOut">
              <a:rPr lang="en-US" smtClean="0"/>
              <a:t>9/12/2025</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96317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839788" y="1828800"/>
            <a:ext cx="5029200" cy="685800"/>
          </a:xfrm>
        </p:spPr>
        <p:txBody>
          <a:bodyPr anchor="ctr">
            <a:normAutofit/>
          </a:bodyPr>
          <a:lstStyle>
            <a:lvl1pPr marL="0" indent="0">
              <a:spcBef>
                <a:spcPts val="100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14600"/>
            <a:ext cx="5029200" cy="36750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6188" y="1828800"/>
            <a:ext cx="5029200" cy="685800"/>
          </a:xfrm>
        </p:spPr>
        <p:txBody>
          <a:bodyPr anchor="ctr">
            <a:normAutofit/>
          </a:bodyPr>
          <a:lstStyle>
            <a:lvl1pPr marL="0" indent="0">
              <a:spcBef>
                <a:spcPts val="100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6188" y="2514600"/>
            <a:ext cx="5029200" cy="36750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6"/>
          <p:cNvSpPr>
            <a:spLocks noGrp="1"/>
          </p:cNvSpPr>
          <p:nvPr>
            <p:ph type="ftr" sz="quarter" idx="11"/>
          </p:nvPr>
        </p:nvSpPr>
        <p:spPr/>
        <p:txBody>
          <a:bodyPr/>
          <a:lstStyle/>
          <a:p>
            <a:endParaRPr lang="en-US"/>
          </a:p>
        </p:txBody>
      </p:sp>
      <p:sp>
        <p:nvSpPr>
          <p:cNvPr id="7" name="Date Placeholder 7"/>
          <p:cNvSpPr>
            <a:spLocks noGrp="1"/>
          </p:cNvSpPr>
          <p:nvPr>
            <p:ph type="dt" sz="half" idx="10"/>
          </p:nvPr>
        </p:nvSpPr>
        <p:spPr/>
        <p:txBody>
          <a:bodyPr/>
          <a:lstStyle/>
          <a:p>
            <a:fld id="{B0FE2824-C2A0-4931-BB32-60B24BDBB3CC}" type="datetimeFigureOut">
              <a:rPr lang="en-US" smtClean="0"/>
              <a:t>9/12/2025</a:t>
            </a:fld>
            <a:endParaRPr lang="en-US"/>
          </a:p>
        </p:txBody>
      </p:sp>
      <p:sp>
        <p:nvSpPr>
          <p:cNvPr id="9" name="Slide Number Placeholder 8"/>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144799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2"/>
          <p:cNvSpPr>
            <a:spLocks noGrp="1"/>
          </p:cNvSpPr>
          <p:nvPr>
            <p:ph type="ftr" sz="quarter" idx="11"/>
          </p:nvPr>
        </p:nvSpPr>
        <p:spPr/>
        <p:txBody>
          <a:bodyPr/>
          <a:lstStyle/>
          <a:p>
            <a:endParaRPr lang="en-US"/>
          </a:p>
        </p:txBody>
      </p:sp>
      <p:sp>
        <p:nvSpPr>
          <p:cNvPr id="3" name="Date Placeholder 3"/>
          <p:cNvSpPr>
            <a:spLocks noGrp="1"/>
          </p:cNvSpPr>
          <p:nvPr>
            <p:ph type="dt" sz="half" idx="10"/>
          </p:nvPr>
        </p:nvSpPr>
        <p:spPr/>
        <p:txBody>
          <a:bodyPr/>
          <a:lstStyle/>
          <a:p>
            <a:fld id="{B0FE2824-C2A0-4931-BB32-60B24BDBB3CC}" type="datetimeFigureOut">
              <a:rPr lang="en-US" smtClean="0"/>
              <a:t>9/12/2025</a:t>
            </a:fld>
            <a:endParaRPr lang="en-US"/>
          </a:p>
        </p:txBody>
      </p:sp>
      <p:sp>
        <p:nvSpPr>
          <p:cNvPr id="5" name="Slide Number Placeholder 4"/>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95634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1"/>
          <p:cNvSpPr>
            <a:spLocks noGrp="1"/>
          </p:cNvSpPr>
          <p:nvPr>
            <p:ph type="ftr" sz="quarter" idx="11"/>
          </p:nvPr>
        </p:nvSpPr>
        <p:spPr/>
        <p:txBody>
          <a:bodyPr/>
          <a:lstStyle/>
          <a:p>
            <a:endParaRPr lang="en-US"/>
          </a:p>
        </p:txBody>
      </p:sp>
      <p:sp>
        <p:nvSpPr>
          <p:cNvPr id="2" name="Date Placeholder 2"/>
          <p:cNvSpPr>
            <a:spLocks noGrp="1"/>
          </p:cNvSpPr>
          <p:nvPr>
            <p:ph type="dt" sz="half" idx="10"/>
          </p:nvPr>
        </p:nvSpPr>
        <p:spPr/>
        <p:txBody>
          <a:bodyPr/>
          <a:lstStyle/>
          <a:p>
            <a:fld id="{B0FE2824-C2A0-4931-BB32-60B24BDBB3CC}" type="datetimeFigureOut">
              <a:rPr lang="en-US" smtClean="0"/>
              <a:t>9/12/2025</a:t>
            </a:fld>
            <a:endParaRPr lang="en-US"/>
          </a:p>
        </p:txBody>
      </p:sp>
      <p:sp>
        <p:nvSpPr>
          <p:cNvPr id="4" name="Slide Number Placeholder 3"/>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667301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1524000"/>
            <a:ext cx="3429000" cy="19050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838200" y="685800"/>
            <a:ext cx="6400800" cy="52578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24800" y="3581400"/>
            <a:ext cx="3429000" cy="1828800"/>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p:cNvSpPr>
            <a:spLocks noGrp="1"/>
          </p:cNvSpPr>
          <p:nvPr>
            <p:ph type="ftr" sz="quarter" idx="11"/>
          </p:nvPr>
        </p:nvSpPr>
        <p:spPr/>
        <p:txBody>
          <a:bodyPr/>
          <a:lstStyle/>
          <a:p>
            <a:endParaRPr lang="en-US"/>
          </a:p>
        </p:txBody>
      </p:sp>
      <p:sp>
        <p:nvSpPr>
          <p:cNvPr id="5" name="Date Placeholder 5"/>
          <p:cNvSpPr>
            <a:spLocks noGrp="1"/>
          </p:cNvSpPr>
          <p:nvPr>
            <p:ph type="dt" sz="half" idx="10"/>
          </p:nvPr>
        </p:nvSpPr>
        <p:spPr/>
        <p:txBody>
          <a:bodyPr/>
          <a:lstStyle/>
          <a:p>
            <a:fld id="{B0FE2824-C2A0-4931-BB32-60B24BDBB3CC}" type="datetimeFigureOut">
              <a:rPr lang="en-US" smtClean="0"/>
              <a:t>9/12/2025</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97896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1527048"/>
            <a:ext cx="3429000" cy="1901952"/>
          </a:xfrm>
        </p:spPr>
        <p:txBody>
          <a:bodyPr anchor="b">
            <a:normAutofit/>
          </a:bodyPr>
          <a:lstStyle>
            <a:lvl1pPr>
              <a:defRPr sz="3400"/>
            </a:lvl1pPr>
          </a:lstStyle>
          <a:p>
            <a:r>
              <a:rPr lang="en-US"/>
              <a:t>Click to edit Master title style</a:t>
            </a:r>
            <a:endParaRPr lang="en-US" dirty="0"/>
          </a:p>
        </p:txBody>
      </p:sp>
      <p:sp>
        <p:nvSpPr>
          <p:cNvPr id="3" name="Picture Placeholder 2" descr="An empty placeholder to add an image. Click on the placeholder and select the image that you wish to add"/>
          <p:cNvSpPr>
            <a:spLocks noGrp="1"/>
          </p:cNvSpPr>
          <p:nvPr>
            <p:ph type="pic" idx="1"/>
          </p:nvPr>
        </p:nvSpPr>
        <p:spPr>
          <a:xfrm>
            <a:off x="838198" y="685800"/>
            <a:ext cx="6400800" cy="5257800"/>
          </a:xfrm>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24800" y="3581400"/>
            <a:ext cx="3428999" cy="1828800"/>
          </a:xfrm>
        </p:spPr>
        <p:txBody>
          <a:bodyPr/>
          <a:lstStyle>
            <a:lvl1pPr marL="0" indent="0">
              <a:spcBef>
                <a:spcPts val="10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p:cNvSpPr>
            <a:spLocks noGrp="1"/>
          </p:cNvSpPr>
          <p:nvPr>
            <p:ph type="ftr" sz="quarter" idx="11"/>
          </p:nvPr>
        </p:nvSpPr>
        <p:spPr/>
        <p:txBody>
          <a:bodyPr/>
          <a:lstStyle/>
          <a:p>
            <a:endParaRPr lang="en-US"/>
          </a:p>
        </p:txBody>
      </p:sp>
      <p:sp>
        <p:nvSpPr>
          <p:cNvPr id="5" name="Date Placeholder 5"/>
          <p:cNvSpPr>
            <a:spLocks noGrp="1"/>
          </p:cNvSpPr>
          <p:nvPr>
            <p:ph type="dt" sz="half" idx="10"/>
          </p:nvPr>
        </p:nvSpPr>
        <p:spPr/>
        <p:txBody>
          <a:bodyPr/>
          <a:lstStyle/>
          <a:p>
            <a:fld id="{B0FE2824-C2A0-4931-BB32-60B24BDBB3CC}" type="datetimeFigureOut">
              <a:rPr lang="en-US" smtClean="0"/>
              <a:t>9/12/2025</a:t>
            </a:fld>
            <a:endParaRPr lang="en-US"/>
          </a:p>
        </p:txBody>
      </p:sp>
      <p:sp>
        <p:nvSpPr>
          <p:cNvPr id="7" name="Slide Number Placeholder 6"/>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22527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11"/>
          </p:nvPr>
        </p:nvSpPr>
        <p:spPr/>
        <p:txBody>
          <a:bodyPr/>
          <a:lstStyle/>
          <a:p>
            <a:endParaRPr lang="en-US"/>
          </a:p>
        </p:txBody>
      </p:sp>
      <p:sp>
        <p:nvSpPr>
          <p:cNvPr id="4" name="Date Placeholder 4"/>
          <p:cNvSpPr>
            <a:spLocks noGrp="1"/>
          </p:cNvSpPr>
          <p:nvPr>
            <p:ph type="dt" sz="half" idx="10"/>
          </p:nvPr>
        </p:nvSpPr>
        <p:spPr/>
        <p:txBody>
          <a:bodyPr/>
          <a:lstStyle/>
          <a:p>
            <a:fld id="{B0FE2824-C2A0-4931-BB32-60B24BDBB3CC}" type="datetimeFigureOut">
              <a:rPr lang="en-US" smtClean="0"/>
              <a:t>9/12/2025</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378755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41693" y="365125"/>
            <a:ext cx="1600200" cy="5811838"/>
          </a:xfrm>
        </p:spPr>
        <p:txBody>
          <a:bodyPr vert="eaVert"/>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85344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3"/>
          <p:cNvSpPr>
            <a:spLocks noGrp="1"/>
          </p:cNvSpPr>
          <p:nvPr>
            <p:ph type="ftr" sz="quarter" idx="11"/>
          </p:nvPr>
        </p:nvSpPr>
        <p:spPr/>
        <p:txBody>
          <a:bodyPr/>
          <a:lstStyle/>
          <a:p>
            <a:endParaRPr lang="en-US"/>
          </a:p>
        </p:txBody>
      </p:sp>
      <p:sp>
        <p:nvSpPr>
          <p:cNvPr id="4" name="Date Placeholder 4"/>
          <p:cNvSpPr>
            <a:spLocks noGrp="1"/>
          </p:cNvSpPr>
          <p:nvPr>
            <p:ph type="dt" sz="half" idx="10"/>
          </p:nvPr>
        </p:nvSpPr>
        <p:spPr/>
        <p:txBody>
          <a:bodyPr/>
          <a:lstStyle/>
          <a:p>
            <a:fld id="{B0FE2824-C2A0-4931-BB32-60B24BDBB3CC}" type="datetimeFigureOut">
              <a:rPr lang="en-US" smtClean="0"/>
              <a:t>9/12/2025</a:t>
            </a:fld>
            <a:endParaRPr lang="en-US"/>
          </a:p>
        </p:txBody>
      </p:sp>
      <p:sp>
        <p:nvSpPr>
          <p:cNvPr id="6" name="Slide Number Placeholder 5"/>
          <p:cNvSpPr>
            <a:spLocks noGrp="1"/>
          </p:cNvSpPr>
          <p:nvPr>
            <p:ph type="sldNum" sz="quarter" idx="12"/>
          </p:nvPr>
        </p:nvSpPr>
        <p:spPr/>
        <p:txBody>
          <a:bodyPr/>
          <a:lstStyle/>
          <a:p>
            <a:fld id="{B13333A4-2EF1-4B79-B68C-AB20E66B4822}" type="slidenum">
              <a:rPr lang="en-US" smtClean="0"/>
              <a:t>‹#›</a:t>
            </a:fld>
            <a:endParaRPr lang="en-US"/>
          </a:p>
        </p:txBody>
      </p:sp>
    </p:spTree>
    <p:extLst>
      <p:ext uri="{BB962C8B-B14F-4D97-AF65-F5344CB8AC3E}">
        <p14:creationId xmlns:p14="http://schemas.microsoft.com/office/powerpoint/2010/main" val="77025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invGray">
          <a:xfrm>
            <a:off x="0" y="6492239"/>
            <a:ext cx="12188825" cy="3657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6"/>
            <a:ext cx="10515600" cy="114522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3"/>
          <p:cNvSpPr>
            <a:spLocks noGrp="1"/>
          </p:cNvSpPr>
          <p:nvPr>
            <p:ph type="ftr" sz="quarter" idx="3"/>
          </p:nvPr>
        </p:nvSpPr>
        <p:spPr>
          <a:xfrm>
            <a:off x="381000" y="6549715"/>
            <a:ext cx="8442158" cy="229237"/>
          </a:xfrm>
          <a:prstGeom prst="rect">
            <a:avLst/>
          </a:prstGeom>
        </p:spPr>
        <p:txBody>
          <a:bodyPr vert="horz" lIns="91440" tIns="45720" rIns="91440" bIns="45720" rtlCol="0" anchor="ctr"/>
          <a:lstStyle>
            <a:lvl1pPr algn="l">
              <a:defRPr sz="1100">
                <a:solidFill>
                  <a:schemeClr val="bg1">
                    <a:lumMod val="40000"/>
                    <a:lumOff val="60000"/>
                  </a:schemeClr>
                </a:solidFill>
              </a:defRPr>
            </a:lvl1pPr>
          </a:lstStyle>
          <a:p>
            <a:endParaRPr lang="en-US" dirty="0"/>
          </a:p>
        </p:txBody>
      </p:sp>
      <p:sp>
        <p:nvSpPr>
          <p:cNvPr id="4" name="Date Placeholder 4"/>
          <p:cNvSpPr>
            <a:spLocks noGrp="1"/>
          </p:cNvSpPr>
          <p:nvPr>
            <p:ph type="dt" sz="half" idx="2"/>
          </p:nvPr>
        </p:nvSpPr>
        <p:spPr>
          <a:xfrm>
            <a:off x="9685939" y="6549715"/>
            <a:ext cx="1667860" cy="229237"/>
          </a:xfrm>
          <a:prstGeom prst="rect">
            <a:avLst/>
          </a:prstGeom>
        </p:spPr>
        <p:txBody>
          <a:bodyPr vert="horz" lIns="91440" tIns="45720" rIns="91440" bIns="45720" rtlCol="0" anchor="ctr"/>
          <a:lstStyle>
            <a:lvl1pPr algn="r">
              <a:defRPr sz="1100">
                <a:solidFill>
                  <a:schemeClr val="bg1">
                    <a:lumMod val="40000"/>
                    <a:lumOff val="60000"/>
                  </a:schemeClr>
                </a:solidFill>
              </a:defRPr>
            </a:lvl1pPr>
          </a:lstStyle>
          <a:p>
            <a:fld id="{B0FE2824-C2A0-4931-BB32-60B24BDBB3CC}" type="datetimeFigureOut">
              <a:rPr lang="en-US" smtClean="0"/>
              <a:pPr/>
              <a:t>9/12/2025</a:t>
            </a:fld>
            <a:endParaRPr lang="en-US"/>
          </a:p>
        </p:txBody>
      </p:sp>
      <p:sp>
        <p:nvSpPr>
          <p:cNvPr id="6" name="Slide Number Placeholder 5"/>
          <p:cNvSpPr>
            <a:spLocks noGrp="1"/>
          </p:cNvSpPr>
          <p:nvPr>
            <p:ph type="sldNum" sz="quarter" idx="4"/>
          </p:nvPr>
        </p:nvSpPr>
        <p:spPr>
          <a:xfrm>
            <a:off x="11353799" y="6549715"/>
            <a:ext cx="446361" cy="229237"/>
          </a:xfrm>
          <a:prstGeom prst="rect">
            <a:avLst/>
          </a:prstGeom>
        </p:spPr>
        <p:txBody>
          <a:bodyPr vert="horz" lIns="91440" tIns="45720" rIns="91440" bIns="45720" rtlCol="0" anchor="ctr"/>
          <a:lstStyle>
            <a:lvl1pPr algn="r">
              <a:defRPr sz="1100">
                <a:solidFill>
                  <a:schemeClr val="bg1">
                    <a:lumMod val="40000"/>
                    <a:lumOff val="60000"/>
                  </a:schemeClr>
                </a:solidFill>
              </a:defRPr>
            </a:lvl1pPr>
          </a:lstStyle>
          <a:p>
            <a:fld id="{B13333A4-2EF1-4B79-B68C-AB20E66B4822}" type="slidenum">
              <a:rPr lang="en-US" smtClean="0"/>
              <a:pPr/>
              <a:t>‹#›</a:t>
            </a:fld>
            <a:endParaRPr lang="en-US"/>
          </a:p>
        </p:txBody>
      </p:sp>
    </p:spTree>
    <p:extLst>
      <p:ext uri="{BB962C8B-B14F-4D97-AF65-F5344CB8AC3E}">
        <p14:creationId xmlns:p14="http://schemas.microsoft.com/office/powerpoint/2010/main" val="115587165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8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image" Target="../media/image9.svg"/><Relationship Id="rId10" Type="http://schemas.openxmlformats.org/officeDocument/2006/relationships/diagramColors" Target="../diagrams/colors2.xml"/><Relationship Id="rId19" Type="http://schemas.openxmlformats.org/officeDocument/2006/relationships/diagramQuickStyle" Target="../diagrams/quickStyle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7368" y="4214770"/>
            <a:ext cx="6912768" cy="1158446"/>
          </a:xfrm>
        </p:spPr>
        <p:txBody>
          <a:bodyPr>
            <a:normAutofit/>
          </a:bodyPr>
          <a:lstStyle/>
          <a:p>
            <a:r>
              <a:rPr lang="en-US" sz="5400" dirty="0">
                <a:latin typeface="Tw Cen MT" panose="020B0602020104020603" pitchFamily="34" charset="0"/>
              </a:rPr>
              <a:t>Crime Hotspot Detection </a:t>
            </a:r>
          </a:p>
        </p:txBody>
      </p:sp>
      <p:sp>
        <p:nvSpPr>
          <p:cNvPr id="3" name="Subtitle 2"/>
          <p:cNvSpPr>
            <a:spLocks noGrp="1"/>
          </p:cNvSpPr>
          <p:nvPr>
            <p:ph type="subTitle" idx="1"/>
          </p:nvPr>
        </p:nvSpPr>
        <p:spPr>
          <a:xfrm>
            <a:off x="8759081" y="5445224"/>
            <a:ext cx="3457599" cy="474836"/>
          </a:xfrm>
        </p:spPr>
        <p:txBody>
          <a:bodyPr>
            <a:normAutofit fontScale="92500" lnSpcReduction="10000"/>
          </a:bodyPr>
          <a:lstStyle/>
          <a:p>
            <a:r>
              <a:rPr lang="en-US" sz="3200" dirty="0">
                <a:solidFill>
                  <a:schemeClr val="tx1"/>
                </a:solidFill>
                <a:latin typeface="Tw Cen MT" panose="020B0602020104020603" pitchFamily="34" charset="0"/>
              </a:rPr>
              <a:t>~ Virajsinh Parmar</a:t>
            </a:r>
          </a:p>
        </p:txBody>
      </p:sp>
      <p:pic>
        <p:nvPicPr>
          <p:cNvPr id="5" name="Graphic 4" descr="Target with solid fill">
            <a:extLst>
              <a:ext uri="{FF2B5EF4-FFF2-40B4-BE49-F238E27FC236}">
                <a16:creationId xmlns:a16="http://schemas.microsoft.com/office/drawing/2014/main" id="{D185B7AA-5BE2-6811-C3AB-8323CC8F6E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6120" y="4658816"/>
            <a:ext cx="698376" cy="698376"/>
          </a:xfrm>
          <a:prstGeom prst="rect">
            <a:avLst/>
          </a:prstGeom>
        </p:spPr>
      </p:pic>
    </p:spTree>
    <p:extLst>
      <p:ext uri="{BB962C8B-B14F-4D97-AF65-F5344CB8AC3E}">
        <p14:creationId xmlns:p14="http://schemas.microsoft.com/office/powerpoint/2010/main" val="214272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688" y="392369"/>
            <a:ext cx="10515600" cy="1145224"/>
          </a:xfrm>
        </p:spPr>
        <p:txBody>
          <a:bodyPr>
            <a:normAutofit/>
          </a:bodyPr>
          <a:lstStyle/>
          <a:p>
            <a:r>
              <a:rPr lang="en-US" sz="4400" dirty="0">
                <a:latin typeface="Tw Cen MT" panose="020B0602020104020603" pitchFamily="34" charset="0"/>
              </a:rPr>
              <a:t>Introduction</a:t>
            </a:r>
          </a:p>
        </p:txBody>
      </p:sp>
      <p:sp>
        <p:nvSpPr>
          <p:cNvPr id="3" name="Content Placeholder 2"/>
          <p:cNvSpPr>
            <a:spLocks noGrp="1"/>
          </p:cNvSpPr>
          <p:nvPr>
            <p:ph idx="1"/>
          </p:nvPr>
        </p:nvSpPr>
        <p:spPr>
          <a:xfrm>
            <a:off x="695400" y="1844824"/>
            <a:ext cx="5976664" cy="3600400"/>
          </a:xfrm>
        </p:spPr>
        <p:txBody>
          <a:bodyPr>
            <a:normAutofit fontScale="85000" lnSpcReduction="10000"/>
          </a:bodyPr>
          <a:lstStyle/>
          <a:p>
            <a:pPr marL="0" indent="0" algn="just">
              <a:buNone/>
            </a:pPr>
            <a:r>
              <a:rPr lang="en-US" sz="2400" dirty="0">
                <a:latin typeface="Tw Cen MT" panose="020B0602020104020603" pitchFamily="34" charset="0"/>
              </a:rPr>
              <a:t>In today’s urban landscape, crime poses significant challenges to public safety and community well-being. Traditional approaches often rely on reactive measures, leaving gaps in prevention and strategic planning. This project addresses these challenges by harnessing LAPD crime data to develop a robust machine learning model for detecting crime hotspots in Los Angeles. By transforming raw crime records into actionable insights, the project not only highlights areas of heightened risk but also delivers targeted security recommendations for clients, while encouraging stronger collaboration with local law enforcement. Ultimately, this research underscores the role of data-driven intelligence in building safer communities.</a:t>
            </a:r>
          </a:p>
        </p:txBody>
      </p:sp>
      <p:pic>
        <p:nvPicPr>
          <p:cNvPr id="1030" name="Picture 6" descr="active-image">
            <a:extLst>
              <a:ext uri="{FF2B5EF4-FFF2-40B4-BE49-F238E27FC236}">
                <a16:creationId xmlns:a16="http://schemas.microsoft.com/office/drawing/2014/main" id="{2B7758BF-4475-E5AC-4C14-D71BFAB1F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655"/>
          <a:stretch>
            <a:fillRect/>
          </a:stretch>
        </p:blipFill>
        <p:spPr bwMode="auto">
          <a:xfrm>
            <a:off x="7048500" y="0"/>
            <a:ext cx="5143500" cy="6521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19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86F861-B0DE-685A-31E7-94630EC2E164}"/>
              </a:ext>
            </a:extLst>
          </p:cNvPr>
          <p:cNvSpPr>
            <a:spLocks noGrp="1"/>
          </p:cNvSpPr>
          <p:nvPr>
            <p:ph type="title"/>
          </p:nvPr>
        </p:nvSpPr>
        <p:spPr>
          <a:xfrm>
            <a:off x="3359696" y="593892"/>
            <a:ext cx="4608512" cy="641168"/>
          </a:xfrm>
        </p:spPr>
        <p:txBody>
          <a:bodyPr>
            <a:noAutofit/>
          </a:bodyPr>
          <a:lstStyle/>
          <a:p>
            <a:r>
              <a:rPr lang="en-IN" sz="4400" dirty="0">
                <a:latin typeface="Tw Cen MT" panose="020B0602020104020603" pitchFamily="34" charset="0"/>
              </a:rPr>
              <a:t>Dataset Overview</a:t>
            </a:r>
          </a:p>
        </p:txBody>
      </p:sp>
      <p:sp>
        <p:nvSpPr>
          <p:cNvPr id="14" name="Flowchart: Decision 13">
            <a:extLst>
              <a:ext uri="{FF2B5EF4-FFF2-40B4-BE49-F238E27FC236}">
                <a16:creationId xmlns:a16="http://schemas.microsoft.com/office/drawing/2014/main" id="{8C586D67-5BFA-F18A-B70C-229539E54987}"/>
              </a:ext>
            </a:extLst>
          </p:cNvPr>
          <p:cNvSpPr/>
          <p:nvPr/>
        </p:nvSpPr>
        <p:spPr>
          <a:xfrm>
            <a:off x="1559496" y="3861048"/>
            <a:ext cx="2304256" cy="208823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Decision 17">
            <a:extLst>
              <a:ext uri="{FF2B5EF4-FFF2-40B4-BE49-F238E27FC236}">
                <a16:creationId xmlns:a16="http://schemas.microsoft.com/office/drawing/2014/main" id="{BDF8C15A-E563-2C56-06DB-7043AA2C6C9C}"/>
              </a:ext>
            </a:extLst>
          </p:cNvPr>
          <p:cNvSpPr/>
          <p:nvPr/>
        </p:nvSpPr>
        <p:spPr>
          <a:xfrm>
            <a:off x="1559496" y="1750046"/>
            <a:ext cx="2304256" cy="208823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Box 19">
            <a:extLst>
              <a:ext uri="{FF2B5EF4-FFF2-40B4-BE49-F238E27FC236}">
                <a16:creationId xmlns:a16="http://schemas.microsoft.com/office/drawing/2014/main" id="{376C3C0D-726F-4080-5B6B-FC3E372BD616}"/>
              </a:ext>
            </a:extLst>
          </p:cNvPr>
          <p:cNvSpPr txBox="1"/>
          <p:nvPr/>
        </p:nvSpPr>
        <p:spPr>
          <a:xfrm>
            <a:off x="1919536" y="2348880"/>
            <a:ext cx="1584176" cy="830997"/>
          </a:xfrm>
          <a:prstGeom prst="rect">
            <a:avLst/>
          </a:prstGeom>
          <a:noFill/>
        </p:spPr>
        <p:txBody>
          <a:bodyPr wrap="square" rtlCol="0">
            <a:spAutoFit/>
          </a:bodyPr>
          <a:lstStyle/>
          <a:p>
            <a:pPr algn="ctr"/>
            <a:r>
              <a:rPr lang="en-IN" sz="2400" b="1" dirty="0">
                <a:solidFill>
                  <a:srgbClr val="3D372E"/>
                </a:solidFill>
                <a:latin typeface="Tw Cen MT" panose="020B0602020104020603" pitchFamily="34" charset="0"/>
              </a:rPr>
              <a:t>Row:</a:t>
            </a:r>
          </a:p>
          <a:p>
            <a:pPr algn="ctr"/>
            <a:r>
              <a:rPr lang="en-IN" sz="2400" b="1" dirty="0">
                <a:solidFill>
                  <a:srgbClr val="3D372E"/>
                </a:solidFill>
                <a:latin typeface="Tw Cen MT" panose="020B0602020104020603" pitchFamily="34" charset="0"/>
              </a:rPr>
              <a:t>901357</a:t>
            </a:r>
          </a:p>
        </p:txBody>
      </p:sp>
      <p:sp>
        <p:nvSpPr>
          <p:cNvPr id="21" name="TextBox 20">
            <a:extLst>
              <a:ext uri="{FF2B5EF4-FFF2-40B4-BE49-F238E27FC236}">
                <a16:creationId xmlns:a16="http://schemas.microsoft.com/office/drawing/2014/main" id="{B64ADB52-1256-3A4F-B463-5FA275C54400}"/>
              </a:ext>
            </a:extLst>
          </p:cNvPr>
          <p:cNvSpPr txBox="1"/>
          <p:nvPr/>
        </p:nvSpPr>
        <p:spPr>
          <a:xfrm>
            <a:off x="1919536" y="4509120"/>
            <a:ext cx="1584176" cy="954107"/>
          </a:xfrm>
          <a:prstGeom prst="rect">
            <a:avLst/>
          </a:prstGeom>
          <a:noFill/>
        </p:spPr>
        <p:txBody>
          <a:bodyPr wrap="square" rtlCol="0">
            <a:spAutoFit/>
          </a:bodyPr>
          <a:lstStyle/>
          <a:p>
            <a:pPr algn="ctr"/>
            <a:r>
              <a:rPr lang="en-IN" sz="2800" b="1" dirty="0">
                <a:solidFill>
                  <a:srgbClr val="3D372E"/>
                </a:solidFill>
                <a:latin typeface="Tw Cen MT" panose="020B0602020104020603" pitchFamily="34" charset="0"/>
              </a:rPr>
              <a:t>Column:</a:t>
            </a:r>
          </a:p>
          <a:p>
            <a:pPr algn="ctr"/>
            <a:r>
              <a:rPr lang="en-IN" sz="2800" b="1" dirty="0">
                <a:solidFill>
                  <a:srgbClr val="3D372E"/>
                </a:solidFill>
                <a:latin typeface="Tw Cen MT" panose="020B0602020104020603" pitchFamily="34" charset="0"/>
              </a:rPr>
              <a:t>28</a:t>
            </a:r>
          </a:p>
        </p:txBody>
      </p:sp>
      <p:sp>
        <p:nvSpPr>
          <p:cNvPr id="22" name="TextBox 21">
            <a:extLst>
              <a:ext uri="{FF2B5EF4-FFF2-40B4-BE49-F238E27FC236}">
                <a16:creationId xmlns:a16="http://schemas.microsoft.com/office/drawing/2014/main" id="{E239826A-942C-6B54-8994-9D3DF3247262}"/>
              </a:ext>
            </a:extLst>
          </p:cNvPr>
          <p:cNvSpPr txBox="1"/>
          <p:nvPr/>
        </p:nvSpPr>
        <p:spPr>
          <a:xfrm>
            <a:off x="6384032" y="1632406"/>
            <a:ext cx="2736304" cy="523220"/>
          </a:xfrm>
          <a:prstGeom prst="rect">
            <a:avLst/>
          </a:prstGeom>
          <a:noFill/>
        </p:spPr>
        <p:txBody>
          <a:bodyPr wrap="square" rtlCol="0">
            <a:spAutoFit/>
          </a:bodyPr>
          <a:lstStyle/>
          <a:p>
            <a:r>
              <a:rPr lang="en-IN" sz="2800" u="sng" dirty="0">
                <a:latin typeface="Tw Cen MT" panose="020B0602020104020603" pitchFamily="34" charset="0"/>
              </a:rPr>
              <a:t>--- Features ---</a:t>
            </a:r>
          </a:p>
        </p:txBody>
      </p:sp>
      <p:sp>
        <p:nvSpPr>
          <p:cNvPr id="26" name="TextBox 25">
            <a:extLst>
              <a:ext uri="{FF2B5EF4-FFF2-40B4-BE49-F238E27FC236}">
                <a16:creationId xmlns:a16="http://schemas.microsoft.com/office/drawing/2014/main" id="{CC994FBE-1EA5-A3D5-B640-D8988C3F7BB3}"/>
              </a:ext>
            </a:extLst>
          </p:cNvPr>
          <p:cNvSpPr txBox="1"/>
          <p:nvPr/>
        </p:nvSpPr>
        <p:spPr>
          <a:xfrm>
            <a:off x="5591944" y="2354997"/>
            <a:ext cx="2160240" cy="3416320"/>
          </a:xfrm>
          <a:prstGeom prst="rect">
            <a:avLst/>
          </a:prstGeom>
          <a:noFill/>
        </p:spPr>
        <p:txBody>
          <a:bodyPr wrap="square" rtlCol="0">
            <a:spAutoFit/>
          </a:bodyPr>
          <a:lstStyle/>
          <a:p>
            <a:pPr marL="285750" indent="-285750" algn="just" latinLnBrk="1">
              <a:buFont typeface="Arial" panose="020B0604020202020204" pitchFamily="34" charset="0"/>
              <a:buChar char="•"/>
            </a:pPr>
            <a:r>
              <a:rPr lang="en-IN" dirty="0">
                <a:latin typeface="Tw Cen MT" panose="020B0602020104020603" pitchFamily="34" charset="0"/>
              </a:rPr>
              <a:t>DR_NO</a:t>
            </a:r>
          </a:p>
          <a:p>
            <a:pPr marL="285750" indent="-285750" algn="just" latinLnBrk="1">
              <a:buFont typeface="Arial" panose="020B0604020202020204" pitchFamily="34" charset="0"/>
              <a:buChar char="•"/>
            </a:pPr>
            <a:r>
              <a:rPr lang="en-IN" dirty="0">
                <a:latin typeface="Tw Cen MT" panose="020B0602020104020603" pitchFamily="34" charset="0"/>
              </a:rPr>
              <a:t>DATE RPTD</a:t>
            </a:r>
          </a:p>
          <a:p>
            <a:pPr marL="285750" indent="-285750" algn="just" latinLnBrk="1">
              <a:buFont typeface="Arial" panose="020B0604020202020204" pitchFamily="34" charset="0"/>
              <a:buChar char="•"/>
            </a:pPr>
            <a:r>
              <a:rPr lang="en-IN" dirty="0">
                <a:latin typeface="Tw Cen MT" panose="020B0602020104020603" pitchFamily="34" charset="0"/>
              </a:rPr>
              <a:t>DATE OCC</a:t>
            </a:r>
          </a:p>
          <a:p>
            <a:pPr marL="285750" indent="-285750" algn="just" latinLnBrk="1">
              <a:buFont typeface="Arial" panose="020B0604020202020204" pitchFamily="34" charset="0"/>
              <a:buChar char="•"/>
            </a:pPr>
            <a:r>
              <a:rPr lang="en-IN" dirty="0">
                <a:latin typeface="Tw Cen MT" panose="020B0602020104020603" pitchFamily="34" charset="0"/>
              </a:rPr>
              <a:t>TIME OCC</a:t>
            </a:r>
          </a:p>
          <a:p>
            <a:pPr marL="285750" indent="-285750" algn="just" latinLnBrk="1">
              <a:buFont typeface="Arial" panose="020B0604020202020204" pitchFamily="34" charset="0"/>
              <a:buChar char="•"/>
            </a:pPr>
            <a:r>
              <a:rPr lang="en-IN" dirty="0">
                <a:latin typeface="Tw Cen MT" panose="020B0602020104020603" pitchFamily="34" charset="0"/>
              </a:rPr>
              <a:t>AREA</a:t>
            </a:r>
          </a:p>
          <a:p>
            <a:pPr marL="285750" indent="-285750" algn="just" latinLnBrk="1">
              <a:buFont typeface="Arial" panose="020B0604020202020204" pitchFamily="34" charset="0"/>
              <a:buChar char="•"/>
            </a:pPr>
            <a:r>
              <a:rPr lang="en-IN" dirty="0">
                <a:latin typeface="Tw Cen MT" panose="020B0602020104020603" pitchFamily="34" charset="0"/>
              </a:rPr>
              <a:t>AREA NAME</a:t>
            </a:r>
          </a:p>
          <a:p>
            <a:pPr marL="285750" indent="-285750" algn="just" latinLnBrk="1">
              <a:buFont typeface="Arial" panose="020B0604020202020204" pitchFamily="34" charset="0"/>
              <a:buChar char="•"/>
            </a:pPr>
            <a:r>
              <a:rPr lang="en-IN" dirty="0">
                <a:latin typeface="Tw Cen MT" panose="020B0602020104020603" pitchFamily="34" charset="0"/>
              </a:rPr>
              <a:t>RPT DIST NO</a:t>
            </a:r>
          </a:p>
          <a:p>
            <a:pPr marL="285750" indent="-285750" algn="just" latinLnBrk="1">
              <a:buFont typeface="Arial" panose="020B0604020202020204" pitchFamily="34" charset="0"/>
              <a:buChar char="•"/>
            </a:pPr>
            <a:r>
              <a:rPr lang="en-IN" dirty="0">
                <a:latin typeface="Tw Cen MT" panose="020B0602020104020603" pitchFamily="34" charset="0"/>
              </a:rPr>
              <a:t>PART 1-2</a:t>
            </a:r>
          </a:p>
          <a:p>
            <a:pPr marL="285750" indent="-285750" algn="just" latinLnBrk="1">
              <a:buFont typeface="Arial" panose="020B0604020202020204" pitchFamily="34" charset="0"/>
              <a:buChar char="•"/>
            </a:pPr>
            <a:r>
              <a:rPr lang="en-IN" dirty="0">
                <a:latin typeface="Tw Cen MT" panose="020B0602020104020603" pitchFamily="34" charset="0"/>
              </a:rPr>
              <a:t>CRM CD</a:t>
            </a:r>
          </a:p>
          <a:p>
            <a:pPr marL="285750" indent="-285750" algn="just" latinLnBrk="1">
              <a:buFont typeface="Arial" panose="020B0604020202020204" pitchFamily="34" charset="0"/>
              <a:buChar char="•"/>
            </a:pPr>
            <a:r>
              <a:rPr lang="en-IN" dirty="0">
                <a:latin typeface="Tw Cen MT" panose="020B0602020104020603" pitchFamily="34" charset="0"/>
              </a:rPr>
              <a:t>CRM CD DESC</a:t>
            </a:r>
          </a:p>
          <a:p>
            <a:pPr marL="285750" indent="-285750" algn="just" latinLnBrk="1">
              <a:buFont typeface="Arial" panose="020B0604020202020204" pitchFamily="34" charset="0"/>
              <a:buChar char="•"/>
            </a:pPr>
            <a:r>
              <a:rPr lang="en-IN" dirty="0">
                <a:latin typeface="Tw Cen MT" panose="020B0602020104020603" pitchFamily="34" charset="0"/>
              </a:rPr>
              <a:t>MOCODES</a:t>
            </a:r>
          </a:p>
          <a:p>
            <a:pPr marL="285750" indent="-285750" algn="just" latinLnBrk="1">
              <a:buFont typeface="Arial" panose="020B0604020202020204" pitchFamily="34" charset="0"/>
              <a:buChar char="•"/>
            </a:pPr>
            <a:r>
              <a:rPr lang="en-IN" dirty="0">
                <a:latin typeface="Tw Cen MT" panose="020B0602020104020603" pitchFamily="34" charset="0"/>
              </a:rPr>
              <a:t>VICT AGE</a:t>
            </a:r>
          </a:p>
        </p:txBody>
      </p:sp>
      <p:sp>
        <p:nvSpPr>
          <p:cNvPr id="27" name="TextBox 26">
            <a:extLst>
              <a:ext uri="{FF2B5EF4-FFF2-40B4-BE49-F238E27FC236}">
                <a16:creationId xmlns:a16="http://schemas.microsoft.com/office/drawing/2014/main" id="{F47AA2D3-89B7-6C87-3BBA-8BBE07477C28}"/>
              </a:ext>
            </a:extLst>
          </p:cNvPr>
          <p:cNvSpPr txBox="1"/>
          <p:nvPr/>
        </p:nvSpPr>
        <p:spPr>
          <a:xfrm>
            <a:off x="8184232" y="2350366"/>
            <a:ext cx="2304256" cy="3416320"/>
          </a:xfrm>
          <a:prstGeom prst="rect">
            <a:avLst/>
          </a:prstGeom>
          <a:noFill/>
        </p:spPr>
        <p:txBody>
          <a:bodyPr wrap="square" rtlCol="0">
            <a:spAutoFit/>
          </a:bodyPr>
          <a:lstStyle/>
          <a:p>
            <a:pPr marL="285750" indent="-285750" algn="just" latinLnBrk="1">
              <a:buFont typeface="Arial" panose="020B0604020202020204" pitchFamily="34" charset="0"/>
              <a:buChar char="•"/>
            </a:pPr>
            <a:r>
              <a:rPr lang="en-IN" dirty="0">
                <a:latin typeface="Tw Cen MT" panose="020B0602020104020603" pitchFamily="34" charset="0"/>
              </a:rPr>
              <a:t>VICT SEX</a:t>
            </a:r>
          </a:p>
          <a:p>
            <a:pPr marL="285750" indent="-285750" algn="just" latinLnBrk="1">
              <a:buFont typeface="Arial" panose="020B0604020202020204" pitchFamily="34" charset="0"/>
              <a:buChar char="•"/>
            </a:pPr>
            <a:r>
              <a:rPr lang="en-IN" dirty="0">
                <a:latin typeface="Tw Cen MT" panose="020B0602020104020603" pitchFamily="34" charset="0"/>
              </a:rPr>
              <a:t>VICT DESCENT</a:t>
            </a:r>
          </a:p>
          <a:p>
            <a:pPr marL="285750" indent="-285750" algn="just" latinLnBrk="1">
              <a:buFont typeface="Arial" panose="020B0604020202020204" pitchFamily="34" charset="0"/>
              <a:buChar char="•"/>
            </a:pPr>
            <a:r>
              <a:rPr lang="en-IN" dirty="0">
                <a:latin typeface="Tw Cen MT" panose="020B0602020104020603" pitchFamily="34" charset="0"/>
              </a:rPr>
              <a:t>PREMIS CD</a:t>
            </a:r>
          </a:p>
          <a:p>
            <a:pPr marL="285750" indent="-285750" algn="just" latinLnBrk="1">
              <a:buFont typeface="Arial" panose="020B0604020202020204" pitchFamily="34" charset="0"/>
              <a:buChar char="•"/>
            </a:pPr>
            <a:r>
              <a:rPr lang="en-IN" dirty="0">
                <a:latin typeface="Tw Cen MT" panose="020B0602020104020603" pitchFamily="34" charset="0"/>
              </a:rPr>
              <a:t>PREMIS DESC</a:t>
            </a:r>
          </a:p>
          <a:p>
            <a:pPr marL="285750" indent="-285750" algn="just" latinLnBrk="1">
              <a:buFont typeface="Arial" panose="020B0604020202020204" pitchFamily="34" charset="0"/>
              <a:buChar char="•"/>
            </a:pPr>
            <a:r>
              <a:rPr lang="en-IN" dirty="0">
                <a:latin typeface="Tw Cen MT" panose="020B0602020104020603" pitchFamily="34" charset="0"/>
              </a:rPr>
              <a:t>WEAPON USED CD</a:t>
            </a:r>
          </a:p>
          <a:p>
            <a:pPr marL="285750" indent="-285750" algn="just" latinLnBrk="1">
              <a:buFont typeface="Arial" panose="020B0604020202020204" pitchFamily="34" charset="0"/>
              <a:buChar char="•"/>
            </a:pPr>
            <a:r>
              <a:rPr lang="en-IN" dirty="0">
                <a:latin typeface="Tw Cen MT" panose="020B0602020104020603" pitchFamily="34" charset="0"/>
              </a:rPr>
              <a:t>WEAPON DESC</a:t>
            </a:r>
          </a:p>
          <a:p>
            <a:pPr marL="285750" indent="-285750" algn="just" latinLnBrk="1">
              <a:buFont typeface="Arial" panose="020B0604020202020204" pitchFamily="34" charset="0"/>
              <a:buChar char="•"/>
            </a:pPr>
            <a:r>
              <a:rPr lang="en-IN" dirty="0">
                <a:latin typeface="Tw Cen MT" panose="020B0602020104020603" pitchFamily="34" charset="0"/>
              </a:rPr>
              <a:t>STATUS</a:t>
            </a:r>
          </a:p>
          <a:p>
            <a:pPr marL="285750" indent="-285750" algn="just" latinLnBrk="1">
              <a:buFont typeface="Arial" panose="020B0604020202020204" pitchFamily="34" charset="0"/>
              <a:buChar char="•"/>
            </a:pPr>
            <a:r>
              <a:rPr lang="en-IN" dirty="0">
                <a:latin typeface="Tw Cen MT" panose="020B0602020104020603" pitchFamily="34" charset="0"/>
              </a:rPr>
              <a:t>STATUS DESC</a:t>
            </a:r>
          </a:p>
          <a:p>
            <a:pPr marL="285750" indent="-285750" algn="just" latinLnBrk="1">
              <a:buFont typeface="Arial" panose="020B0604020202020204" pitchFamily="34" charset="0"/>
              <a:buChar char="•"/>
            </a:pPr>
            <a:r>
              <a:rPr lang="en-IN" dirty="0">
                <a:latin typeface="Tw Cen MT" panose="020B0602020104020603" pitchFamily="34" charset="0"/>
              </a:rPr>
              <a:t>CRM CD 1 TO 4</a:t>
            </a:r>
          </a:p>
          <a:p>
            <a:pPr marL="285750" indent="-285750" algn="just" latinLnBrk="1">
              <a:buFont typeface="Arial" panose="020B0604020202020204" pitchFamily="34" charset="0"/>
              <a:buChar char="•"/>
            </a:pPr>
            <a:r>
              <a:rPr lang="en-IN" dirty="0">
                <a:latin typeface="Tw Cen MT" panose="020B0602020104020603" pitchFamily="34" charset="0"/>
              </a:rPr>
              <a:t>LOCATION</a:t>
            </a:r>
          </a:p>
          <a:p>
            <a:pPr marL="285750" indent="-285750" algn="just" latinLnBrk="1">
              <a:buFont typeface="Arial" panose="020B0604020202020204" pitchFamily="34" charset="0"/>
              <a:buChar char="•"/>
            </a:pPr>
            <a:r>
              <a:rPr lang="en-IN" dirty="0">
                <a:latin typeface="Tw Cen MT" panose="020B0602020104020603" pitchFamily="34" charset="0"/>
              </a:rPr>
              <a:t>CROSS STREET</a:t>
            </a:r>
          </a:p>
          <a:p>
            <a:pPr marL="285750" indent="-285750" algn="just" latinLnBrk="1">
              <a:buFont typeface="Arial" panose="020B0604020202020204" pitchFamily="34" charset="0"/>
              <a:buChar char="•"/>
            </a:pPr>
            <a:r>
              <a:rPr lang="en-IN" dirty="0">
                <a:latin typeface="Tw Cen MT" panose="020B0602020104020603" pitchFamily="34" charset="0"/>
              </a:rPr>
              <a:t>LAT-LON</a:t>
            </a:r>
          </a:p>
        </p:txBody>
      </p:sp>
      <p:pic>
        <p:nvPicPr>
          <p:cNvPr id="29" name="Graphic 28" descr="Database with solid fill">
            <a:extLst>
              <a:ext uri="{FF2B5EF4-FFF2-40B4-BE49-F238E27FC236}">
                <a16:creationId xmlns:a16="http://schemas.microsoft.com/office/drawing/2014/main" id="{0AD994EF-79A9-7FD5-2E3D-96E7D7D0F8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36160" y="548680"/>
            <a:ext cx="642146" cy="642146"/>
          </a:xfrm>
          <a:prstGeom prst="rect">
            <a:avLst/>
          </a:prstGeom>
        </p:spPr>
      </p:pic>
    </p:spTree>
    <p:extLst>
      <p:ext uri="{BB962C8B-B14F-4D97-AF65-F5344CB8AC3E}">
        <p14:creationId xmlns:p14="http://schemas.microsoft.com/office/powerpoint/2010/main" val="190048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2111E-3B48-C339-85BF-BC15FE81E750}"/>
              </a:ext>
            </a:extLst>
          </p:cNvPr>
          <p:cNvSpPr>
            <a:spLocks noGrp="1"/>
          </p:cNvSpPr>
          <p:nvPr>
            <p:ph type="title"/>
          </p:nvPr>
        </p:nvSpPr>
        <p:spPr>
          <a:xfrm>
            <a:off x="2927648" y="765126"/>
            <a:ext cx="5400600" cy="572612"/>
          </a:xfrm>
        </p:spPr>
        <p:txBody>
          <a:bodyPr>
            <a:noAutofit/>
          </a:bodyPr>
          <a:lstStyle/>
          <a:p>
            <a:pPr algn="ctr"/>
            <a:r>
              <a:rPr lang="en-IN" sz="4400" dirty="0">
                <a:latin typeface="Tw Cen MT" panose="020B0602020104020603" pitchFamily="34" charset="0"/>
              </a:rPr>
              <a:t>Project Methodology</a:t>
            </a:r>
          </a:p>
        </p:txBody>
      </p:sp>
      <p:graphicFrame>
        <p:nvGraphicFramePr>
          <p:cNvPr id="7" name="Diagram 6">
            <a:extLst>
              <a:ext uri="{FF2B5EF4-FFF2-40B4-BE49-F238E27FC236}">
                <a16:creationId xmlns:a16="http://schemas.microsoft.com/office/drawing/2014/main" id="{C05E41B9-D68F-9E70-840F-C8DB16565143}"/>
              </a:ext>
            </a:extLst>
          </p:cNvPr>
          <p:cNvGraphicFramePr/>
          <p:nvPr>
            <p:extLst>
              <p:ext uri="{D42A27DB-BD31-4B8C-83A1-F6EECF244321}">
                <p14:modId xmlns:p14="http://schemas.microsoft.com/office/powerpoint/2010/main" val="2337412974"/>
              </p:ext>
            </p:extLst>
          </p:nvPr>
        </p:nvGraphicFramePr>
        <p:xfrm>
          <a:off x="767408" y="1268760"/>
          <a:ext cx="4680520" cy="2711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E0C5EFF0-711B-FFA3-BC74-586DAFDDD5C1}"/>
              </a:ext>
            </a:extLst>
          </p:cNvPr>
          <p:cNvGraphicFramePr/>
          <p:nvPr>
            <p:extLst>
              <p:ext uri="{D42A27DB-BD31-4B8C-83A1-F6EECF244321}">
                <p14:modId xmlns:p14="http://schemas.microsoft.com/office/powerpoint/2010/main" val="3873556551"/>
              </p:ext>
            </p:extLst>
          </p:nvPr>
        </p:nvGraphicFramePr>
        <p:xfrm>
          <a:off x="767408" y="3128067"/>
          <a:ext cx="4680520" cy="27115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a:extLst>
              <a:ext uri="{FF2B5EF4-FFF2-40B4-BE49-F238E27FC236}">
                <a16:creationId xmlns:a16="http://schemas.microsoft.com/office/drawing/2014/main" id="{FB48FF99-36A8-F035-9FC4-562D77876E16}"/>
              </a:ext>
            </a:extLst>
          </p:cNvPr>
          <p:cNvGraphicFramePr/>
          <p:nvPr>
            <p:extLst>
              <p:ext uri="{D42A27DB-BD31-4B8C-83A1-F6EECF244321}">
                <p14:modId xmlns:p14="http://schemas.microsoft.com/office/powerpoint/2010/main" val="3173676424"/>
              </p:ext>
            </p:extLst>
          </p:nvPr>
        </p:nvGraphicFramePr>
        <p:xfrm>
          <a:off x="5447928" y="1236137"/>
          <a:ext cx="4680520" cy="271156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0" name="Diagram 9">
            <a:extLst>
              <a:ext uri="{FF2B5EF4-FFF2-40B4-BE49-F238E27FC236}">
                <a16:creationId xmlns:a16="http://schemas.microsoft.com/office/drawing/2014/main" id="{26DA7CB3-C87C-FBD6-B317-BC42A448A412}"/>
              </a:ext>
            </a:extLst>
          </p:cNvPr>
          <p:cNvGraphicFramePr/>
          <p:nvPr>
            <p:extLst>
              <p:ext uri="{D42A27DB-BD31-4B8C-83A1-F6EECF244321}">
                <p14:modId xmlns:p14="http://schemas.microsoft.com/office/powerpoint/2010/main" val="1792917524"/>
              </p:ext>
            </p:extLst>
          </p:nvPr>
        </p:nvGraphicFramePr>
        <p:xfrm>
          <a:off x="5447928" y="3128067"/>
          <a:ext cx="4680520" cy="271156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pic>
        <p:nvPicPr>
          <p:cNvPr id="12" name="Graphic 11" descr="Network with solid fill">
            <a:extLst>
              <a:ext uri="{FF2B5EF4-FFF2-40B4-BE49-F238E27FC236}">
                <a16:creationId xmlns:a16="http://schemas.microsoft.com/office/drawing/2014/main" id="{8E9AB3C3-7B10-03F8-DB1C-B2F1D5E7ABB4}"/>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968207" y="617657"/>
            <a:ext cx="720081" cy="720081"/>
          </a:xfrm>
          <a:prstGeom prst="rect">
            <a:avLst/>
          </a:prstGeom>
        </p:spPr>
      </p:pic>
    </p:spTree>
    <p:extLst>
      <p:ext uri="{BB962C8B-B14F-4D97-AF65-F5344CB8AC3E}">
        <p14:creationId xmlns:p14="http://schemas.microsoft.com/office/powerpoint/2010/main" val="4096093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9736" y="699600"/>
            <a:ext cx="3744416" cy="569160"/>
          </a:xfrm>
        </p:spPr>
        <p:txBody>
          <a:bodyPr>
            <a:noAutofit/>
          </a:bodyPr>
          <a:lstStyle/>
          <a:p>
            <a:r>
              <a:rPr lang="en-US" sz="4800" dirty="0">
                <a:latin typeface="Tw Cen MT" panose="020B0602020104020603" pitchFamily="34" charset="0"/>
              </a:rPr>
              <a:t>Data Cleaning</a:t>
            </a:r>
          </a:p>
        </p:txBody>
      </p:sp>
      <p:sp>
        <p:nvSpPr>
          <p:cNvPr id="19" name="TextBox 18">
            <a:extLst>
              <a:ext uri="{FF2B5EF4-FFF2-40B4-BE49-F238E27FC236}">
                <a16:creationId xmlns:a16="http://schemas.microsoft.com/office/drawing/2014/main" id="{8C3E21D3-9777-006D-A9F4-B7E6AE8635C2}"/>
              </a:ext>
            </a:extLst>
          </p:cNvPr>
          <p:cNvSpPr txBox="1"/>
          <p:nvPr/>
        </p:nvSpPr>
        <p:spPr>
          <a:xfrm>
            <a:off x="1027484" y="1561366"/>
            <a:ext cx="2764260" cy="707886"/>
          </a:xfrm>
          <a:prstGeom prst="rect">
            <a:avLst/>
          </a:prstGeom>
          <a:noFill/>
        </p:spPr>
        <p:txBody>
          <a:bodyPr wrap="square">
            <a:spAutoFit/>
          </a:bodyPr>
          <a:lstStyle/>
          <a:p>
            <a:pPr algn="just"/>
            <a:r>
              <a:rPr lang="en-US" sz="2000" dirty="0">
                <a:latin typeface="Tw Cen MT" panose="020B0602020104020603" pitchFamily="34" charset="0"/>
              </a:rPr>
              <a:t>Date Columns </a:t>
            </a:r>
          </a:p>
          <a:p>
            <a:pPr algn="just"/>
            <a:r>
              <a:rPr lang="en-US" sz="2000" dirty="0">
                <a:latin typeface="Tw Cen MT" panose="020B0602020104020603" pitchFamily="34" charset="0"/>
              </a:rPr>
              <a:t>(DATE OCC, DATE RPTD) :</a:t>
            </a:r>
            <a:endParaRPr lang="en-IN" sz="2000" dirty="0">
              <a:latin typeface="Tw Cen MT" panose="020B0602020104020603" pitchFamily="34" charset="0"/>
            </a:endParaRPr>
          </a:p>
        </p:txBody>
      </p:sp>
      <p:sp>
        <p:nvSpPr>
          <p:cNvPr id="21" name="TextBox 20">
            <a:extLst>
              <a:ext uri="{FF2B5EF4-FFF2-40B4-BE49-F238E27FC236}">
                <a16:creationId xmlns:a16="http://schemas.microsoft.com/office/drawing/2014/main" id="{48092392-1236-1ACC-B847-76C02D53EC67}"/>
              </a:ext>
            </a:extLst>
          </p:cNvPr>
          <p:cNvSpPr txBox="1"/>
          <p:nvPr/>
        </p:nvSpPr>
        <p:spPr>
          <a:xfrm>
            <a:off x="3791744" y="1561366"/>
            <a:ext cx="6768752" cy="707886"/>
          </a:xfrm>
          <a:prstGeom prst="rect">
            <a:avLst/>
          </a:prstGeom>
          <a:noFill/>
        </p:spPr>
        <p:txBody>
          <a:bodyPr wrap="square">
            <a:spAutoFit/>
          </a:bodyPr>
          <a:lstStyle/>
          <a:p>
            <a:pPr algn="just"/>
            <a:r>
              <a:rPr lang="en-US" sz="2000" dirty="0">
                <a:latin typeface="Tw Cen MT" panose="020B0602020104020603" pitchFamily="34" charset="0"/>
              </a:rPr>
              <a:t>Standardized to YYYY-MM-DD, removed time, and derived Year, Month, Day, Weekday for analysis.</a:t>
            </a:r>
            <a:endParaRPr lang="en-IN" sz="2000" dirty="0">
              <a:latin typeface="Tw Cen MT" panose="020B0602020104020603" pitchFamily="34" charset="0"/>
            </a:endParaRPr>
          </a:p>
        </p:txBody>
      </p:sp>
      <p:sp>
        <p:nvSpPr>
          <p:cNvPr id="23" name="TextBox 22">
            <a:extLst>
              <a:ext uri="{FF2B5EF4-FFF2-40B4-BE49-F238E27FC236}">
                <a16:creationId xmlns:a16="http://schemas.microsoft.com/office/drawing/2014/main" id="{76F5BB9F-BE5F-7427-BE51-44F0A243014C}"/>
              </a:ext>
            </a:extLst>
          </p:cNvPr>
          <p:cNvSpPr txBox="1"/>
          <p:nvPr/>
        </p:nvSpPr>
        <p:spPr>
          <a:xfrm>
            <a:off x="1077472" y="2380743"/>
            <a:ext cx="1680659" cy="400110"/>
          </a:xfrm>
          <a:prstGeom prst="rect">
            <a:avLst/>
          </a:prstGeom>
          <a:noFill/>
        </p:spPr>
        <p:txBody>
          <a:bodyPr wrap="square">
            <a:spAutoFit/>
          </a:bodyPr>
          <a:lstStyle/>
          <a:p>
            <a:pPr algn="just"/>
            <a:r>
              <a:rPr lang="en-US" sz="2000" dirty="0">
                <a:latin typeface="Tw Cen MT" panose="020B0602020104020603" pitchFamily="34" charset="0"/>
              </a:rPr>
              <a:t>Time Occ :</a:t>
            </a:r>
            <a:endParaRPr lang="en-IN" sz="2000" dirty="0">
              <a:latin typeface="Tw Cen MT" panose="020B0602020104020603" pitchFamily="34" charset="0"/>
            </a:endParaRPr>
          </a:p>
        </p:txBody>
      </p:sp>
      <p:sp>
        <p:nvSpPr>
          <p:cNvPr id="25" name="TextBox 24">
            <a:extLst>
              <a:ext uri="{FF2B5EF4-FFF2-40B4-BE49-F238E27FC236}">
                <a16:creationId xmlns:a16="http://schemas.microsoft.com/office/drawing/2014/main" id="{3A51BCFD-A671-28F0-6B90-96840F44DB19}"/>
              </a:ext>
            </a:extLst>
          </p:cNvPr>
          <p:cNvSpPr txBox="1"/>
          <p:nvPr/>
        </p:nvSpPr>
        <p:spPr>
          <a:xfrm>
            <a:off x="3797763" y="2380743"/>
            <a:ext cx="6649211" cy="400110"/>
          </a:xfrm>
          <a:prstGeom prst="rect">
            <a:avLst/>
          </a:prstGeom>
          <a:noFill/>
        </p:spPr>
        <p:txBody>
          <a:bodyPr wrap="square">
            <a:spAutoFit/>
          </a:bodyPr>
          <a:lstStyle/>
          <a:p>
            <a:pPr algn="just"/>
            <a:r>
              <a:rPr lang="en-US" sz="2000" dirty="0">
                <a:latin typeface="Tw Cen MT" panose="020B0602020104020603" pitchFamily="34" charset="0"/>
              </a:rPr>
              <a:t>Converted 4-digit HHMM format into only Hour values.</a:t>
            </a:r>
            <a:endParaRPr lang="en-IN" sz="2000" dirty="0">
              <a:latin typeface="Tw Cen MT" panose="020B0602020104020603" pitchFamily="34" charset="0"/>
            </a:endParaRPr>
          </a:p>
        </p:txBody>
      </p:sp>
      <p:sp>
        <p:nvSpPr>
          <p:cNvPr id="27" name="TextBox 26">
            <a:extLst>
              <a:ext uri="{FF2B5EF4-FFF2-40B4-BE49-F238E27FC236}">
                <a16:creationId xmlns:a16="http://schemas.microsoft.com/office/drawing/2014/main" id="{287B31BF-BAB9-678C-CC28-2FFE5320D669}"/>
              </a:ext>
            </a:extLst>
          </p:cNvPr>
          <p:cNvSpPr txBox="1"/>
          <p:nvPr/>
        </p:nvSpPr>
        <p:spPr>
          <a:xfrm>
            <a:off x="1027484" y="2923121"/>
            <a:ext cx="2044180" cy="400110"/>
          </a:xfrm>
          <a:prstGeom prst="rect">
            <a:avLst/>
          </a:prstGeom>
          <a:noFill/>
        </p:spPr>
        <p:txBody>
          <a:bodyPr wrap="square">
            <a:spAutoFit/>
          </a:bodyPr>
          <a:lstStyle/>
          <a:p>
            <a:pPr algn="just"/>
            <a:r>
              <a:rPr lang="en-US" sz="2000" dirty="0">
                <a:latin typeface="Tw Cen MT" panose="020B0602020104020603" pitchFamily="34" charset="0"/>
              </a:rPr>
              <a:t>Delay Days :</a:t>
            </a:r>
            <a:endParaRPr lang="en-IN" sz="2000" dirty="0">
              <a:latin typeface="Tw Cen MT" panose="020B0602020104020603" pitchFamily="34" charset="0"/>
            </a:endParaRPr>
          </a:p>
        </p:txBody>
      </p:sp>
      <p:sp>
        <p:nvSpPr>
          <p:cNvPr id="29" name="TextBox 28">
            <a:extLst>
              <a:ext uri="{FF2B5EF4-FFF2-40B4-BE49-F238E27FC236}">
                <a16:creationId xmlns:a16="http://schemas.microsoft.com/office/drawing/2014/main" id="{8C2553EA-CCC4-25FC-4738-530DACB0D50B}"/>
              </a:ext>
            </a:extLst>
          </p:cNvPr>
          <p:cNvSpPr txBox="1"/>
          <p:nvPr/>
        </p:nvSpPr>
        <p:spPr>
          <a:xfrm>
            <a:off x="3797763" y="2859806"/>
            <a:ext cx="6649211" cy="707886"/>
          </a:xfrm>
          <a:prstGeom prst="rect">
            <a:avLst/>
          </a:prstGeom>
          <a:noFill/>
        </p:spPr>
        <p:txBody>
          <a:bodyPr wrap="square">
            <a:spAutoFit/>
          </a:bodyPr>
          <a:lstStyle/>
          <a:p>
            <a:pPr algn="just"/>
            <a:r>
              <a:rPr lang="en-US" sz="2000" dirty="0">
                <a:latin typeface="Tw Cen MT" panose="020B0602020104020603" pitchFamily="34" charset="0"/>
              </a:rPr>
              <a:t>New feature showing gap between DATE OCC and DATE RPTD to study reporting delays.</a:t>
            </a:r>
            <a:endParaRPr lang="en-IN" sz="2000" dirty="0">
              <a:latin typeface="Tw Cen MT" panose="020B0602020104020603" pitchFamily="34" charset="0"/>
            </a:endParaRPr>
          </a:p>
        </p:txBody>
      </p:sp>
      <p:sp>
        <p:nvSpPr>
          <p:cNvPr id="31" name="TextBox 30">
            <a:extLst>
              <a:ext uri="{FF2B5EF4-FFF2-40B4-BE49-F238E27FC236}">
                <a16:creationId xmlns:a16="http://schemas.microsoft.com/office/drawing/2014/main" id="{7CB11B84-CD52-5424-C3A9-680313C03924}"/>
              </a:ext>
            </a:extLst>
          </p:cNvPr>
          <p:cNvSpPr txBox="1"/>
          <p:nvPr/>
        </p:nvSpPr>
        <p:spPr>
          <a:xfrm>
            <a:off x="1043291" y="3569702"/>
            <a:ext cx="1656184" cy="400110"/>
          </a:xfrm>
          <a:prstGeom prst="rect">
            <a:avLst/>
          </a:prstGeom>
          <a:noFill/>
        </p:spPr>
        <p:txBody>
          <a:bodyPr wrap="square">
            <a:spAutoFit/>
          </a:bodyPr>
          <a:lstStyle/>
          <a:p>
            <a:pPr algn="just"/>
            <a:r>
              <a:rPr lang="en-US" sz="2000" dirty="0">
                <a:latin typeface="Tw Cen MT" panose="020B0602020104020603" pitchFamily="34" charset="0"/>
              </a:rPr>
              <a:t>Victim Age :</a:t>
            </a:r>
            <a:endParaRPr lang="en-IN" sz="2000" dirty="0">
              <a:latin typeface="Tw Cen MT" panose="020B0602020104020603" pitchFamily="34" charset="0"/>
            </a:endParaRPr>
          </a:p>
        </p:txBody>
      </p:sp>
      <p:sp>
        <p:nvSpPr>
          <p:cNvPr id="33" name="TextBox 32">
            <a:extLst>
              <a:ext uri="{FF2B5EF4-FFF2-40B4-BE49-F238E27FC236}">
                <a16:creationId xmlns:a16="http://schemas.microsoft.com/office/drawing/2014/main" id="{F486019F-118C-ED33-6A32-FE40D2884F90}"/>
              </a:ext>
            </a:extLst>
          </p:cNvPr>
          <p:cNvSpPr txBox="1"/>
          <p:nvPr/>
        </p:nvSpPr>
        <p:spPr>
          <a:xfrm>
            <a:off x="3791744" y="3622653"/>
            <a:ext cx="7344816" cy="707886"/>
          </a:xfrm>
          <a:prstGeom prst="rect">
            <a:avLst/>
          </a:prstGeom>
          <a:noFill/>
        </p:spPr>
        <p:txBody>
          <a:bodyPr wrap="square">
            <a:spAutoFit/>
          </a:bodyPr>
          <a:lstStyle/>
          <a:p>
            <a:pPr algn="just"/>
            <a:r>
              <a:rPr lang="en-US" sz="2000" dirty="0">
                <a:latin typeface="Tw Cen MT" panose="020B0602020104020603" pitchFamily="34" charset="0"/>
              </a:rPr>
              <a:t>Removed invalid ages (0, negative, 100+). Created age categories: Minor, Young Adult, Adult, Middle Age, Senior.</a:t>
            </a:r>
            <a:endParaRPr lang="en-IN" sz="2000" dirty="0">
              <a:latin typeface="Tw Cen MT" panose="020B0602020104020603" pitchFamily="34" charset="0"/>
            </a:endParaRPr>
          </a:p>
        </p:txBody>
      </p:sp>
      <p:sp>
        <p:nvSpPr>
          <p:cNvPr id="39" name="TextBox 38">
            <a:extLst>
              <a:ext uri="{FF2B5EF4-FFF2-40B4-BE49-F238E27FC236}">
                <a16:creationId xmlns:a16="http://schemas.microsoft.com/office/drawing/2014/main" id="{07AB3DE2-55A6-4F91-D5A5-7F7555C4A77F}"/>
              </a:ext>
            </a:extLst>
          </p:cNvPr>
          <p:cNvSpPr txBox="1"/>
          <p:nvPr/>
        </p:nvSpPr>
        <p:spPr>
          <a:xfrm>
            <a:off x="1073220" y="4386347"/>
            <a:ext cx="1596326" cy="400110"/>
          </a:xfrm>
          <a:prstGeom prst="rect">
            <a:avLst/>
          </a:prstGeom>
          <a:noFill/>
        </p:spPr>
        <p:txBody>
          <a:bodyPr wrap="square">
            <a:spAutoFit/>
          </a:bodyPr>
          <a:lstStyle/>
          <a:p>
            <a:pPr algn="just"/>
            <a:r>
              <a:rPr lang="en-US" sz="2000" dirty="0">
                <a:latin typeface="Tw Cen MT" panose="020B0602020104020603" pitchFamily="34" charset="0"/>
              </a:rPr>
              <a:t>Victim Sex :</a:t>
            </a:r>
            <a:endParaRPr lang="en-IN" sz="2000" dirty="0">
              <a:latin typeface="Tw Cen MT" panose="020B0602020104020603" pitchFamily="34" charset="0"/>
            </a:endParaRPr>
          </a:p>
        </p:txBody>
      </p:sp>
      <p:sp>
        <p:nvSpPr>
          <p:cNvPr id="41" name="TextBox 40">
            <a:extLst>
              <a:ext uri="{FF2B5EF4-FFF2-40B4-BE49-F238E27FC236}">
                <a16:creationId xmlns:a16="http://schemas.microsoft.com/office/drawing/2014/main" id="{EA6706DE-E7C5-523C-4D5B-4A563C03233E}"/>
              </a:ext>
            </a:extLst>
          </p:cNvPr>
          <p:cNvSpPr txBox="1"/>
          <p:nvPr/>
        </p:nvSpPr>
        <p:spPr>
          <a:xfrm>
            <a:off x="3791744" y="4386347"/>
            <a:ext cx="7344816" cy="400110"/>
          </a:xfrm>
          <a:prstGeom prst="rect">
            <a:avLst/>
          </a:prstGeom>
          <a:noFill/>
        </p:spPr>
        <p:txBody>
          <a:bodyPr wrap="square">
            <a:spAutoFit/>
          </a:bodyPr>
          <a:lstStyle/>
          <a:p>
            <a:pPr algn="just"/>
            <a:r>
              <a:rPr lang="en-US" sz="2000" dirty="0">
                <a:latin typeface="Tw Cen MT" panose="020B0602020104020603" pitchFamily="34" charset="0"/>
              </a:rPr>
              <a:t>Cleaned inconsistent values (X, H, “-”) and grouped as Unknown.</a:t>
            </a:r>
            <a:endParaRPr lang="en-IN" sz="2000" dirty="0">
              <a:latin typeface="Tw Cen MT" panose="020B0602020104020603" pitchFamily="34" charset="0"/>
            </a:endParaRPr>
          </a:p>
        </p:txBody>
      </p:sp>
      <p:sp>
        <p:nvSpPr>
          <p:cNvPr id="44" name="TextBox 43">
            <a:extLst>
              <a:ext uri="{FF2B5EF4-FFF2-40B4-BE49-F238E27FC236}">
                <a16:creationId xmlns:a16="http://schemas.microsoft.com/office/drawing/2014/main" id="{13EF1617-08B3-041F-D7D8-1F70A58C958D}"/>
              </a:ext>
            </a:extLst>
          </p:cNvPr>
          <p:cNvSpPr txBox="1"/>
          <p:nvPr/>
        </p:nvSpPr>
        <p:spPr>
          <a:xfrm>
            <a:off x="1073220" y="4931876"/>
            <a:ext cx="2214468" cy="400110"/>
          </a:xfrm>
          <a:prstGeom prst="rect">
            <a:avLst/>
          </a:prstGeom>
          <a:noFill/>
        </p:spPr>
        <p:txBody>
          <a:bodyPr wrap="square">
            <a:spAutoFit/>
          </a:bodyPr>
          <a:lstStyle/>
          <a:p>
            <a:pPr algn="just"/>
            <a:r>
              <a:rPr lang="en-US" sz="2000" dirty="0">
                <a:latin typeface="Tw Cen MT" panose="020B0602020104020603" pitchFamily="34" charset="0"/>
              </a:rPr>
              <a:t>Victim Descent :</a:t>
            </a:r>
            <a:endParaRPr lang="en-IN" sz="2000" dirty="0">
              <a:latin typeface="Tw Cen MT" panose="020B0602020104020603" pitchFamily="34" charset="0"/>
            </a:endParaRPr>
          </a:p>
        </p:txBody>
      </p:sp>
      <p:sp>
        <p:nvSpPr>
          <p:cNvPr id="46" name="TextBox 45">
            <a:extLst>
              <a:ext uri="{FF2B5EF4-FFF2-40B4-BE49-F238E27FC236}">
                <a16:creationId xmlns:a16="http://schemas.microsoft.com/office/drawing/2014/main" id="{6C6DBA7D-7283-2D13-618E-AAC7EC737F43}"/>
              </a:ext>
            </a:extLst>
          </p:cNvPr>
          <p:cNvSpPr txBox="1"/>
          <p:nvPr/>
        </p:nvSpPr>
        <p:spPr>
          <a:xfrm>
            <a:off x="3791744" y="4931876"/>
            <a:ext cx="7471052" cy="707886"/>
          </a:xfrm>
          <a:prstGeom prst="rect">
            <a:avLst/>
          </a:prstGeom>
          <a:noFill/>
        </p:spPr>
        <p:txBody>
          <a:bodyPr wrap="square">
            <a:spAutoFit/>
          </a:bodyPr>
          <a:lstStyle/>
          <a:p>
            <a:pPr algn="just"/>
            <a:r>
              <a:rPr lang="en-US" sz="2000" dirty="0">
                <a:latin typeface="Tw Cen MT" panose="020B0602020104020603" pitchFamily="34" charset="0"/>
              </a:rPr>
              <a:t>Filled missing with “X” and mapped codes to descriptive ethnicity names.</a:t>
            </a:r>
            <a:endParaRPr lang="en-IN" sz="2000" dirty="0">
              <a:latin typeface="Tw Cen MT" panose="020B0602020104020603" pitchFamily="34" charset="0"/>
            </a:endParaRPr>
          </a:p>
        </p:txBody>
      </p:sp>
      <p:pic>
        <p:nvPicPr>
          <p:cNvPr id="3" name="Graphic 2" descr="Large paint brush with solid fill">
            <a:extLst>
              <a:ext uri="{FF2B5EF4-FFF2-40B4-BE49-F238E27FC236}">
                <a16:creationId xmlns:a16="http://schemas.microsoft.com/office/drawing/2014/main" id="{1868F734-3683-B3CD-ECA7-616D77FD2A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2144" y="570384"/>
            <a:ext cx="698376" cy="698376"/>
          </a:xfrm>
          <a:prstGeom prst="rect">
            <a:avLst/>
          </a:prstGeom>
        </p:spPr>
      </p:pic>
    </p:spTree>
    <p:extLst>
      <p:ext uri="{BB962C8B-B14F-4D97-AF65-F5344CB8AC3E}">
        <p14:creationId xmlns:p14="http://schemas.microsoft.com/office/powerpoint/2010/main" val="338706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7C569A3-F700-203F-1C7A-B56EDCBF5250}"/>
              </a:ext>
            </a:extLst>
          </p:cNvPr>
          <p:cNvSpPr txBox="1">
            <a:spLocks/>
          </p:cNvSpPr>
          <p:nvPr/>
        </p:nvSpPr>
        <p:spPr>
          <a:xfrm>
            <a:off x="2711624" y="1844824"/>
            <a:ext cx="5400600"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lgn="ctr"/>
            <a:endParaRPr lang="en-IN" sz="4400" dirty="0">
              <a:latin typeface="Tw Cen MT" panose="020B0602020104020603" pitchFamily="34" charset="0"/>
            </a:endParaRPr>
          </a:p>
        </p:txBody>
      </p:sp>
      <p:sp>
        <p:nvSpPr>
          <p:cNvPr id="4" name="Title 1">
            <a:extLst>
              <a:ext uri="{FF2B5EF4-FFF2-40B4-BE49-F238E27FC236}">
                <a16:creationId xmlns:a16="http://schemas.microsoft.com/office/drawing/2014/main" id="{7E7E1E53-7721-7C75-3933-CD6A6C1F1F29}"/>
              </a:ext>
            </a:extLst>
          </p:cNvPr>
          <p:cNvSpPr txBox="1">
            <a:spLocks/>
          </p:cNvSpPr>
          <p:nvPr/>
        </p:nvSpPr>
        <p:spPr>
          <a:xfrm>
            <a:off x="2952320" y="473980"/>
            <a:ext cx="6552728"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4400" dirty="0">
                <a:latin typeface="Tw Cen MT" panose="020B0602020104020603" pitchFamily="34" charset="0"/>
              </a:rPr>
              <a:t>Exploratory Data Analysis</a:t>
            </a:r>
          </a:p>
        </p:txBody>
      </p:sp>
      <p:pic>
        <p:nvPicPr>
          <p:cNvPr id="6" name="Graphic 5" descr="Presentation with pie chart with solid fill">
            <a:extLst>
              <a:ext uri="{FF2B5EF4-FFF2-40B4-BE49-F238E27FC236}">
                <a16:creationId xmlns:a16="http://schemas.microsoft.com/office/drawing/2014/main" id="{D3F8F575-0C25-AE6B-B7E7-C9D1357D44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76320" y="520408"/>
            <a:ext cx="676344" cy="676344"/>
          </a:xfrm>
          <a:prstGeom prst="rect">
            <a:avLst/>
          </a:prstGeom>
        </p:spPr>
      </p:pic>
      <p:pic>
        <p:nvPicPr>
          <p:cNvPr id="3074" name="Picture 2">
            <a:extLst>
              <a:ext uri="{FF2B5EF4-FFF2-40B4-BE49-F238E27FC236}">
                <a16:creationId xmlns:a16="http://schemas.microsoft.com/office/drawing/2014/main" id="{9F5DD82B-2972-50C0-9C7D-20925B8412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31" y="1628800"/>
            <a:ext cx="5362207" cy="39604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7492362-C33A-CC8C-A6F3-0ECC7C2BF8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8684" y="1628800"/>
            <a:ext cx="5362206"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43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663D3CE-B997-6704-F91E-2799CA3D3C23}"/>
              </a:ext>
            </a:extLst>
          </p:cNvPr>
          <p:cNvSpPr txBox="1"/>
          <p:nvPr/>
        </p:nvSpPr>
        <p:spPr>
          <a:xfrm>
            <a:off x="623392" y="332656"/>
            <a:ext cx="10441160" cy="5940088"/>
          </a:xfrm>
          <a:prstGeom prst="rect">
            <a:avLst/>
          </a:prstGeom>
          <a:noFill/>
        </p:spPr>
        <p:txBody>
          <a:bodyPr wrap="square">
            <a:spAutoFit/>
          </a:bodyPr>
          <a:lstStyle/>
          <a:p>
            <a:pPr algn="just"/>
            <a:r>
              <a:rPr lang="en-US" sz="1900" b="1" dirty="0">
                <a:latin typeface="Tw Cen MT" panose="020B0602020104020603" pitchFamily="34" charset="0"/>
              </a:rPr>
              <a:t>Insights 🔎 :</a:t>
            </a:r>
          </a:p>
          <a:p>
            <a:pPr lvl="1" algn="just"/>
            <a:r>
              <a:rPr lang="en-US" sz="1900" i="1" dirty="0">
                <a:latin typeface="Tw Cen MT" panose="020B0602020104020603" pitchFamily="34" charset="0"/>
              </a:rPr>
              <a:t>Hour of the Day:</a:t>
            </a:r>
          </a:p>
          <a:p>
            <a:pPr marL="1257300" lvl="2" indent="-342900" algn="just">
              <a:buFont typeface="Wingdings" panose="05000000000000000000" pitchFamily="2" charset="2"/>
              <a:buChar char="Ø"/>
            </a:pPr>
            <a:r>
              <a:rPr lang="en-US" sz="1900" dirty="0">
                <a:latin typeface="Tw Cen MT" panose="020B0602020104020603" pitchFamily="34" charset="0"/>
              </a:rPr>
              <a:t>Lowest crime between 3 AM – 6 AM.</a:t>
            </a:r>
          </a:p>
          <a:p>
            <a:pPr marL="1257300" lvl="2" indent="-342900" algn="just">
              <a:buFont typeface="Wingdings" panose="05000000000000000000" pitchFamily="2" charset="2"/>
              <a:buChar char="Ø"/>
            </a:pPr>
            <a:r>
              <a:rPr lang="en-US" sz="1900" dirty="0">
                <a:latin typeface="Tw Cen MT" panose="020B0602020104020603" pitchFamily="34" charset="0"/>
              </a:rPr>
              <a:t>Peak at 12 PM (noon), with another high phase in the evening (4 PM – 10 PM).</a:t>
            </a:r>
          </a:p>
          <a:p>
            <a:pPr marL="1257300" lvl="2" indent="-342900" algn="just">
              <a:buFont typeface="Wingdings" panose="05000000000000000000" pitchFamily="2" charset="2"/>
              <a:buChar char="Ø"/>
            </a:pPr>
            <a:r>
              <a:rPr lang="en-US" sz="1900" dirty="0">
                <a:latin typeface="Tw Cen MT" panose="020B0602020104020603" pitchFamily="34" charset="0"/>
              </a:rPr>
              <a:t>Crimes decline after 11 PM but remain higher than early morning.</a:t>
            </a:r>
          </a:p>
          <a:p>
            <a:pPr lvl="1" algn="just"/>
            <a:r>
              <a:rPr lang="en-US" sz="1900" i="1" dirty="0">
                <a:latin typeface="Tw Cen MT" panose="020B0602020104020603" pitchFamily="34" charset="0"/>
              </a:rPr>
              <a:t>Day of the Week:</a:t>
            </a:r>
          </a:p>
          <a:p>
            <a:pPr marL="1257300" lvl="2" indent="-342900" algn="just">
              <a:buFont typeface="Wingdings" panose="05000000000000000000" pitchFamily="2" charset="2"/>
              <a:buChar char="Ø"/>
            </a:pPr>
            <a:r>
              <a:rPr lang="en-US" sz="1900" dirty="0">
                <a:latin typeface="Tw Cen MT" panose="020B0602020104020603" pitchFamily="34" charset="0"/>
              </a:rPr>
              <a:t>Crime levels steady across the week.</a:t>
            </a:r>
          </a:p>
          <a:p>
            <a:pPr marL="1257300" lvl="2" indent="-342900" algn="just">
              <a:buFont typeface="Wingdings" panose="05000000000000000000" pitchFamily="2" charset="2"/>
              <a:buChar char="Ø"/>
            </a:pPr>
            <a:r>
              <a:rPr lang="en-US" sz="1900" dirty="0">
                <a:latin typeface="Tw Cen MT" panose="020B0602020104020603" pitchFamily="34" charset="0"/>
              </a:rPr>
              <a:t>Friday has the highest crime, followed by Saturday.</a:t>
            </a:r>
          </a:p>
          <a:p>
            <a:pPr marL="1257300" lvl="2" indent="-342900" algn="just">
              <a:buFont typeface="Wingdings" panose="05000000000000000000" pitchFamily="2" charset="2"/>
              <a:buChar char="Ø"/>
            </a:pPr>
            <a:r>
              <a:rPr lang="en-US" sz="1900" dirty="0">
                <a:latin typeface="Tw Cen MT" panose="020B0602020104020603" pitchFamily="34" charset="0"/>
              </a:rPr>
              <a:t>Tuesday shows the lowest crime count.</a:t>
            </a:r>
          </a:p>
          <a:p>
            <a:pPr marL="1257300" lvl="2" indent="-342900" algn="just">
              <a:buFont typeface="Wingdings" panose="05000000000000000000" pitchFamily="2" charset="2"/>
              <a:buChar char="Ø"/>
            </a:pPr>
            <a:r>
              <a:rPr lang="en-US" sz="1900" dirty="0">
                <a:latin typeface="Tw Cen MT" panose="020B0602020104020603" pitchFamily="34" charset="0"/>
              </a:rPr>
              <a:t>Weekends (Fri–Sat) are riskier compared to weekdays.</a:t>
            </a:r>
          </a:p>
          <a:p>
            <a:pPr algn="just"/>
            <a:endParaRPr lang="en-US" sz="1900" dirty="0">
              <a:latin typeface="Tw Cen MT" panose="020B0602020104020603" pitchFamily="34" charset="0"/>
            </a:endParaRPr>
          </a:p>
          <a:p>
            <a:pPr algn="just"/>
            <a:r>
              <a:rPr lang="en-US" sz="1900" b="1" dirty="0">
                <a:latin typeface="Tw Cen MT" panose="020B0602020104020603" pitchFamily="34" charset="0"/>
              </a:rPr>
              <a:t>Targeted Security Recommendations 🛡 :</a:t>
            </a:r>
          </a:p>
          <a:p>
            <a:pPr lvl="1" algn="just"/>
            <a:r>
              <a:rPr lang="en-US" sz="1900" i="1" dirty="0">
                <a:latin typeface="Tw Cen MT" panose="020B0602020104020603" pitchFamily="34" charset="0"/>
              </a:rPr>
              <a:t>Time-Based Measures:</a:t>
            </a:r>
          </a:p>
          <a:p>
            <a:pPr marL="1257300" lvl="2" indent="-342900" algn="just">
              <a:buFont typeface="Wingdings" panose="05000000000000000000" pitchFamily="2" charset="2"/>
              <a:buChar char="Ø"/>
            </a:pPr>
            <a:r>
              <a:rPr lang="en-US" sz="1900" dirty="0">
                <a:latin typeface="Tw Cen MT" panose="020B0602020104020603" pitchFamily="34" charset="0"/>
              </a:rPr>
              <a:t>Deploy extra patrols during noon peak (11 AM – 1 PM) and evening hours (4 PM – 10 PM).</a:t>
            </a:r>
          </a:p>
          <a:p>
            <a:pPr marL="1257300" lvl="2" indent="-342900" algn="just">
              <a:buFont typeface="Wingdings" panose="05000000000000000000" pitchFamily="2" charset="2"/>
              <a:buChar char="Ø"/>
            </a:pPr>
            <a:r>
              <a:rPr lang="en-US" sz="1900" dirty="0">
                <a:latin typeface="Tw Cen MT" panose="020B0602020104020603" pitchFamily="34" charset="0"/>
              </a:rPr>
              <a:t>Improve street lighting &amp; install CCTV in high-footfall areas.</a:t>
            </a:r>
          </a:p>
          <a:p>
            <a:pPr marL="1257300" lvl="2" indent="-342900" algn="just">
              <a:buFont typeface="Wingdings" panose="05000000000000000000" pitchFamily="2" charset="2"/>
              <a:buChar char="Ø"/>
            </a:pPr>
            <a:r>
              <a:rPr lang="en-US" sz="1900" dirty="0">
                <a:latin typeface="Tw Cen MT" panose="020B0602020104020603" pitchFamily="34" charset="0"/>
              </a:rPr>
              <a:t>Awareness campaigns for residents to avoid risky hours.</a:t>
            </a:r>
          </a:p>
          <a:p>
            <a:pPr lvl="1" algn="just"/>
            <a:r>
              <a:rPr lang="en-US" sz="1900" i="1" dirty="0">
                <a:latin typeface="Tw Cen MT" panose="020B0602020104020603" pitchFamily="34" charset="0"/>
              </a:rPr>
              <a:t>Day-Based Measures:</a:t>
            </a:r>
          </a:p>
          <a:p>
            <a:pPr marL="1257300" lvl="2" indent="-342900" algn="just">
              <a:buFont typeface="Wingdings" panose="05000000000000000000" pitchFamily="2" charset="2"/>
              <a:buChar char="Ø"/>
            </a:pPr>
            <a:r>
              <a:rPr lang="en-US" sz="1900" dirty="0">
                <a:latin typeface="Tw Cen MT" panose="020B0602020104020603" pitchFamily="34" charset="0"/>
              </a:rPr>
              <a:t>Reinforce policing on Friday &amp; Saturday evenings in nightlife and shopping districts.</a:t>
            </a:r>
          </a:p>
          <a:p>
            <a:pPr marL="1257300" lvl="2" indent="-342900" algn="just">
              <a:buFont typeface="Wingdings" panose="05000000000000000000" pitchFamily="2" charset="2"/>
              <a:buChar char="Ø"/>
            </a:pPr>
            <a:r>
              <a:rPr lang="en-US" sz="1900" dirty="0">
                <a:latin typeface="Tw Cen MT" panose="020B0602020104020603" pitchFamily="34" charset="0"/>
              </a:rPr>
              <a:t>Adjust police shifts to ensure higher staff presence during weekends.</a:t>
            </a:r>
          </a:p>
          <a:p>
            <a:pPr marL="1257300" lvl="2" indent="-342900" algn="just">
              <a:buFont typeface="Wingdings" panose="05000000000000000000" pitchFamily="2" charset="2"/>
              <a:buChar char="Ø"/>
            </a:pPr>
            <a:r>
              <a:rPr lang="en-US" sz="1900" dirty="0">
                <a:latin typeface="Tw Cen MT" panose="020B0602020104020603" pitchFamily="34" charset="0"/>
              </a:rPr>
              <a:t>Partner with businesses &amp; communities for weekend security patrols and neighborhood watch.</a:t>
            </a:r>
          </a:p>
        </p:txBody>
      </p:sp>
    </p:spTree>
    <p:extLst>
      <p:ext uri="{BB962C8B-B14F-4D97-AF65-F5344CB8AC3E}">
        <p14:creationId xmlns:p14="http://schemas.microsoft.com/office/powerpoint/2010/main" val="34405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0CD39-05A3-74BA-66D7-FCAB0ECEFA7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FE69FE4-B623-30E2-4048-2FD0ED492F1E}"/>
              </a:ext>
            </a:extLst>
          </p:cNvPr>
          <p:cNvSpPr txBox="1">
            <a:spLocks/>
          </p:cNvSpPr>
          <p:nvPr/>
        </p:nvSpPr>
        <p:spPr>
          <a:xfrm>
            <a:off x="2711624" y="1844824"/>
            <a:ext cx="5400600"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lgn="ctr"/>
            <a:endParaRPr lang="en-IN" sz="4400" dirty="0">
              <a:latin typeface="Tw Cen MT" panose="020B0602020104020603" pitchFamily="34" charset="0"/>
            </a:endParaRPr>
          </a:p>
        </p:txBody>
      </p:sp>
      <p:pic>
        <p:nvPicPr>
          <p:cNvPr id="4110" name="Picture 14">
            <a:extLst>
              <a:ext uri="{FF2B5EF4-FFF2-40B4-BE49-F238E27FC236}">
                <a16:creationId xmlns:a16="http://schemas.microsoft.com/office/drawing/2014/main" id="{F8B1964C-A4F3-DF37-9A3C-956B618CC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7295" y="1109235"/>
            <a:ext cx="5711353" cy="4552014"/>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a:extLst>
              <a:ext uri="{FF2B5EF4-FFF2-40B4-BE49-F238E27FC236}">
                <a16:creationId xmlns:a16="http://schemas.microsoft.com/office/drawing/2014/main" id="{83684513-95B4-1D30-85CC-E21B04C58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77" y="1109235"/>
            <a:ext cx="5788815" cy="455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6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C9CBE-8E8A-A3C3-4258-421234E977D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1F5F247-EC91-324D-B404-1A794DDCDDDB}"/>
              </a:ext>
            </a:extLst>
          </p:cNvPr>
          <p:cNvSpPr txBox="1">
            <a:spLocks/>
          </p:cNvSpPr>
          <p:nvPr/>
        </p:nvSpPr>
        <p:spPr>
          <a:xfrm>
            <a:off x="2711624" y="1844824"/>
            <a:ext cx="5400600"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lgn="ctr"/>
            <a:endParaRPr lang="en-IN" sz="4400" dirty="0">
              <a:latin typeface="Tw Cen MT" panose="020B0602020104020603" pitchFamily="34" charset="0"/>
            </a:endParaRPr>
          </a:p>
        </p:txBody>
      </p:sp>
      <p:sp>
        <p:nvSpPr>
          <p:cNvPr id="4" name="TextBox 3">
            <a:extLst>
              <a:ext uri="{FF2B5EF4-FFF2-40B4-BE49-F238E27FC236}">
                <a16:creationId xmlns:a16="http://schemas.microsoft.com/office/drawing/2014/main" id="{39C2D527-CCE6-FAFD-5D55-22CA2D975903}"/>
              </a:ext>
            </a:extLst>
          </p:cNvPr>
          <p:cNvSpPr txBox="1"/>
          <p:nvPr/>
        </p:nvSpPr>
        <p:spPr>
          <a:xfrm>
            <a:off x="263352" y="908720"/>
            <a:ext cx="11839111" cy="4708981"/>
          </a:xfrm>
          <a:prstGeom prst="rect">
            <a:avLst/>
          </a:prstGeom>
          <a:noFill/>
        </p:spPr>
        <p:txBody>
          <a:bodyPr wrap="square">
            <a:spAutoFit/>
          </a:bodyPr>
          <a:lstStyle/>
          <a:p>
            <a:endParaRPr lang="en-US" sz="2000" dirty="0">
              <a:latin typeface="Tw Cen MT" panose="020B0602020104020603" pitchFamily="34" charset="0"/>
            </a:endParaRPr>
          </a:p>
          <a:p>
            <a:r>
              <a:rPr lang="en-US" sz="2000" b="1" dirty="0">
                <a:latin typeface="Tw Cen MT" panose="020B0602020104020603" pitchFamily="34" charset="0"/>
              </a:rPr>
              <a:t>Insights :</a:t>
            </a:r>
          </a:p>
          <a:p>
            <a:endParaRPr lang="en-US" sz="2000" b="1" dirty="0">
              <a:latin typeface="Tw Cen MT" panose="020B0602020104020603" pitchFamily="34" charset="0"/>
            </a:endParaRPr>
          </a:p>
          <a:p>
            <a:pPr marL="800100" lvl="1" indent="-342900">
              <a:buFont typeface="Wingdings" panose="05000000000000000000" pitchFamily="2" charset="2"/>
              <a:buChar char="Ø"/>
            </a:pPr>
            <a:r>
              <a:rPr lang="en-US" sz="2000" dirty="0">
                <a:latin typeface="Tw Cen MT" panose="020B0602020104020603" pitchFamily="34" charset="0"/>
              </a:rPr>
              <a:t>Monthly pattern: January peaks (~92K crimes), ~25% higher than April (~70K).</a:t>
            </a:r>
          </a:p>
          <a:p>
            <a:pPr marL="800100" lvl="1" indent="-342900">
              <a:buFont typeface="Wingdings" panose="05000000000000000000" pitchFamily="2" charset="2"/>
              <a:buChar char="Ø"/>
            </a:pPr>
            <a:r>
              <a:rPr lang="en-US" sz="2000" dirty="0">
                <a:latin typeface="Tw Cen MT" panose="020B0602020104020603" pitchFamily="34" charset="0"/>
              </a:rPr>
              <a:t>Seasonal trend: Higher crime in winter (Jan–Feb) and summer (Jul–Aug, Oct); lowest in spring (Mar–Apr).</a:t>
            </a:r>
          </a:p>
          <a:p>
            <a:pPr marL="800100" lvl="1" indent="-342900">
              <a:buFont typeface="Wingdings" panose="05000000000000000000" pitchFamily="2" charset="2"/>
              <a:buChar char="Ø"/>
            </a:pPr>
            <a:r>
              <a:rPr lang="en-US" sz="2000" dirty="0">
                <a:latin typeface="Tw Cen MT" panose="020B0602020104020603" pitchFamily="34" charset="0"/>
              </a:rPr>
              <a:t>Month-start surge: Days 1–3 show dramatic spike (40K+ incidents vs. ~17K on day 31).</a:t>
            </a:r>
          </a:p>
          <a:p>
            <a:pPr marL="800100" lvl="1" indent="-342900">
              <a:buFont typeface="Wingdings" panose="05000000000000000000" pitchFamily="2" charset="2"/>
              <a:buChar char="Ø"/>
            </a:pPr>
            <a:r>
              <a:rPr lang="en-US" sz="2000" dirty="0">
                <a:latin typeface="Tw Cen MT" panose="020B0602020104020603" pitchFamily="34" charset="0"/>
              </a:rPr>
              <a:t>Mid-month stability: Days 15–31 remain steady (~27K–30K).</a:t>
            </a:r>
          </a:p>
          <a:p>
            <a:endParaRPr lang="en-US" sz="2000" dirty="0">
              <a:latin typeface="Tw Cen MT" panose="020B0602020104020603" pitchFamily="34" charset="0"/>
            </a:endParaRPr>
          </a:p>
          <a:p>
            <a:r>
              <a:rPr lang="en-US" sz="2000" b="1" dirty="0">
                <a:latin typeface="Tw Cen MT" panose="020B0602020104020603" pitchFamily="34" charset="0"/>
              </a:rPr>
              <a:t>Targeted Security Recommendations :</a:t>
            </a:r>
          </a:p>
          <a:p>
            <a:endParaRPr lang="en-US" sz="2000" b="1" dirty="0">
              <a:latin typeface="Tw Cen MT" panose="020B0602020104020603" pitchFamily="34" charset="0"/>
            </a:endParaRPr>
          </a:p>
          <a:p>
            <a:pPr marL="800100" lvl="1" indent="-342900">
              <a:buFont typeface="Wingdings" panose="05000000000000000000" pitchFamily="2" charset="2"/>
              <a:buChar char="Ø"/>
            </a:pPr>
            <a:r>
              <a:rPr lang="en-US" sz="2000" dirty="0">
                <a:latin typeface="Tw Cen MT" panose="020B0602020104020603" pitchFamily="34" charset="0"/>
              </a:rPr>
              <a:t>Winter focus: Increase patrols/staffing by 20–25% in Jan–Feb.</a:t>
            </a:r>
          </a:p>
          <a:p>
            <a:pPr marL="800100" lvl="1" indent="-342900">
              <a:buFont typeface="Wingdings" panose="05000000000000000000" pitchFamily="2" charset="2"/>
              <a:buChar char="Ø"/>
            </a:pPr>
            <a:r>
              <a:rPr lang="en-US" sz="2000" dirty="0">
                <a:latin typeface="Tw Cen MT" panose="020B0602020104020603" pitchFamily="34" charset="0"/>
              </a:rPr>
              <a:t>Month-start protocol: Maximize security presence during days 1–5, especially in retail &amp; financial hubs.</a:t>
            </a:r>
          </a:p>
          <a:p>
            <a:pPr marL="800100" lvl="1" indent="-342900">
              <a:buFont typeface="Wingdings" panose="05000000000000000000" pitchFamily="2" charset="2"/>
              <a:buChar char="Ø"/>
            </a:pPr>
            <a:r>
              <a:rPr lang="en-US" sz="2000" dirty="0">
                <a:latin typeface="Tw Cen MT" panose="020B0602020104020603" pitchFamily="34" charset="0"/>
              </a:rPr>
              <a:t>Seasonal allocation: Reduce resources in Mar–Apr low-risk phase; shift to peak months.</a:t>
            </a:r>
          </a:p>
          <a:p>
            <a:pPr marL="800100" lvl="1" indent="-342900">
              <a:buFont typeface="Wingdings" panose="05000000000000000000" pitchFamily="2" charset="2"/>
              <a:buChar char="Ø"/>
            </a:pPr>
            <a:r>
              <a:rPr lang="en-US" sz="2000" dirty="0">
                <a:latin typeface="Tw Cen MT" panose="020B0602020104020603" pitchFamily="34" charset="0"/>
              </a:rPr>
              <a:t>Client guidance: Advise high-risk operations in mid-to-late month when incidents are lower.</a:t>
            </a:r>
          </a:p>
          <a:p>
            <a:pPr marL="800100" lvl="1" indent="-342900">
              <a:buFont typeface="Wingdings" panose="05000000000000000000" pitchFamily="2" charset="2"/>
              <a:buChar char="Ø"/>
            </a:pPr>
            <a:r>
              <a:rPr lang="en-US" sz="2000" dirty="0">
                <a:latin typeface="Tw Cen MT" panose="020B0602020104020603" pitchFamily="34" charset="0"/>
              </a:rPr>
              <a:t>Predictive planning: Use temporal data to pre-position forces before seasonal and month-start peaks.</a:t>
            </a:r>
          </a:p>
        </p:txBody>
      </p:sp>
    </p:spTree>
    <p:extLst>
      <p:ext uri="{BB962C8B-B14F-4D97-AF65-F5344CB8AC3E}">
        <p14:creationId xmlns:p14="http://schemas.microsoft.com/office/powerpoint/2010/main" val="23972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2B412-5F30-713C-C942-85EF381577C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D35FF3F-A085-A7C4-A2D9-4DE7F9E932FE}"/>
              </a:ext>
            </a:extLst>
          </p:cNvPr>
          <p:cNvSpPr txBox="1">
            <a:spLocks/>
          </p:cNvSpPr>
          <p:nvPr/>
        </p:nvSpPr>
        <p:spPr>
          <a:xfrm>
            <a:off x="2711624" y="1844824"/>
            <a:ext cx="5400600"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lgn="ctr"/>
            <a:endParaRPr lang="en-IN" sz="4400" dirty="0">
              <a:latin typeface="Tw Cen MT" panose="020B0602020104020603" pitchFamily="34" charset="0"/>
            </a:endParaRPr>
          </a:p>
        </p:txBody>
      </p:sp>
      <p:pic>
        <p:nvPicPr>
          <p:cNvPr id="5122" name="Picture 2">
            <a:extLst>
              <a:ext uri="{FF2B5EF4-FFF2-40B4-BE49-F238E27FC236}">
                <a16:creationId xmlns:a16="http://schemas.microsoft.com/office/drawing/2014/main" id="{F6B22548-44F6-A2C7-4CA1-BC5F70251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584" y="1412776"/>
            <a:ext cx="6635496" cy="374101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7853D8B6-7AC5-82A2-79AD-B564231606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112" y="1412776"/>
            <a:ext cx="4907304" cy="3741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04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89B1-50FA-85B5-922D-EB06B9CB22C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3D2284E-1D07-66E9-8C83-194F443AF097}"/>
              </a:ext>
            </a:extLst>
          </p:cNvPr>
          <p:cNvSpPr txBox="1">
            <a:spLocks/>
          </p:cNvSpPr>
          <p:nvPr/>
        </p:nvSpPr>
        <p:spPr>
          <a:xfrm>
            <a:off x="2711624" y="1844824"/>
            <a:ext cx="5400600" cy="572612"/>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lgn="ctr"/>
            <a:endParaRPr lang="en-IN" sz="4400" dirty="0">
              <a:latin typeface="Tw Cen MT" panose="020B0602020104020603" pitchFamily="34" charset="0"/>
            </a:endParaRPr>
          </a:p>
        </p:txBody>
      </p:sp>
      <p:sp>
        <p:nvSpPr>
          <p:cNvPr id="4" name="TextBox 3">
            <a:extLst>
              <a:ext uri="{FF2B5EF4-FFF2-40B4-BE49-F238E27FC236}">
                <a16:creationId xmlns:a16="http://schemas.microsoft.com/office/drawing/2014/main" id="{25DE8199-3216-7BEB-BEEE-6ADE76497CD8}"/>
              </a:ext>
            </a:extLst>
          </p:cNvPr>
          <p:cNvSpPr txBox="1"/>
          <p:nvPr/>
        </p:nvSpPr>
        <p:spPr>
          <a:xfrm>
            <a:off x="191344" y="766732"/>
            <a:ext cx="11737304" cy="5324535"/>
          </a:xfrm>
          <a:prstGeom prst="rect">
            <a:avLst/>
          </a:prstGeom>
          <a:noFill/>
        </p:spPr>
        <p:txBody>
          <a:bodyPr wrap="square">
            <a:spAutoFit/>
          </a:bodyPr>
          <a:lstStyle/>
          <a:p>
            <a:pPr>
              <a:buNone/>
            </a:pPr>
            <a:r>
              <a:rPr lang="en-US" sz="2000" b="1" dirty="0">
                <a:latin typeface="Tw Cen MT" panose="020B0602020104020603" pitchFamily="34" charset="0"/>
              </a:rPr>
              <a:t>Insights :</a:t>
            </a:r>
          </a:p>
          <a:p>
            <a:pPr marL="800100" lvl="1" indent="-342900">
              <a:buFont typeface="Wingdings" panose="05000000000000000000" pitchFamily="2" charset="2"/>
              <a:buChar char="Ø"/>
            </a:pPr>
            <a:r>
              <a:rPr lang="en-US" sz="2000" dirty="0">
                <a:latin typeface="Tw Cen MT" panose="020B0602020104020603" pitchFamily="34" charset="0"/>
              </a:rPr>
              <a:t>Noon peak: 12 PM–1 PM is the critical high-risk window (~9,000+ incidents).</a:t>
            </a:r>
          </a:p>
          <a:p>
            <a:pPr marL="800100" lvl="1" indent="-342900">
              <a:buFont typeface="Wingdings" panose="05000000000000000000" pitchFamily="2" charset="2"/>
              <a:buChar char="Ø"/>
            </a:pPr>
            <a:r>
              <a:rPr lang="en-US" sz="2000" dirty="0">
                <a:latin typeface="Tw Cen MT" panose="020B0602020104020603" pitchFamily="34" charset="0"/>
              </a:rPr>
              <a:t>Weekday pattern: Tuesday–Thursday show the highest overall crime; Monday has slight morning elevation.</a:t>
            </a:r>
          </a:p>
          <a:p>
            <a:pPr marL="800100" lvl="1" indent="-342900">
              <a:buFont typeface="Wingdings" panose="05000000000000000000" pitchFamily="2" charset="2"/>
              <a:buChar char="Ø"/>
            </a:pPr>
            <a:r>
              <a:rPr lang="en-US" sz="2000" dirty="0">
                <a:latin typeface="Tw Cen MT" panose="020B0602020104020603" pitchFamily="34" charset="0"/>
              </a:rPr>
              <a:t>Evening surge: 6 PM–11 PM remains a sustained high-activity period (~7,000–8,000 incidents).</a:t>
            </a:r>
          </a:p>
          <a:p>
            <a:pPr marL="800100" lvl="1" indent="-342900">
              <a:buFont typeface="Wingdings" panose="05000000000000000000" pitchFamily="2" charset="2"/>
              <a:buChar char="Ø"/>
            </a:pPr>
            <a:r>
              <a:rPr lang="en-US" sz="2000" dirty="0">
                <a:latin typeface="Tw Cen MT" panose="020B0602020104020603" pitchFamily="34" charset="0"/>
              </a:rPr>
              <a:t>Safe hours: 1 AM–6 AM consistently lowest (&lt;3,000 incidents).</a:t>
            </a:r>
          </a:p>
          <a:p>
            <a:pPr marL="800100" lvl="1" indent="-342900">
              <a:buFont typeface="Wingdings" panose="05000000000000000000" pitchFamily="2" charset="2"/>
              <a:buChar char="Ø"/>
            </a:pPr>
            <a:r>
              <a:rPr lang="en-US" sz="2000" dirty="0">
                <a:latin typeface="Tw Cen MT" panose="020B0602020104020603" pitchFamily="34" charset="0"/>
              </a:rPr>
              <a:t>Trend note: 2020 ≈200K → peak 2022 ≈240K → stable 2023 → sharp drop 2024 ≈25K (likely partial-year data).</a:t>
            </a:r>
          </a:p>
          <a:p>
            <a:endParaRPr lang="en-US" sz="2000" dirty="0">
              <a:latin typeface="Tw Cen MT" panose="020B0602020104020603" pitchFamily="34" charset="0"/>
            </a:endParaRPr>
          </a:p>
          <a:p>
            <a:pPr>
              <a:buNone/>
            </a:pPr>
            <a:r>
              <a:rPr lang="en-US" sz="2000" b="1" dirty="0">
                <a:latin typeface="Tw Cen MT" panose="020B0602020104020603" pitchFamily="34" charset="0"/>
              </a:rPr>
              <a:t>Targeted Security Recommendations :</a:t>
            </a:r>
          </a:p>
          <a:p>
            <a:pPr marL="800100" lvl="1" indent="-342900">
              <a:buFont typeface="Wingdings" panose="05000000000000000000" pitchFamily="2" charset="2"/>
              <a:buChar char="Ø"/>
            </a:pPr>
            <a:r>
              <a:rPr lang="en-US" sz="2000" dirty="0">
                <a:latin typeface="Tw Cen MT" panose="020B0602020104020603" pitchFamily="34" charset="0"/>
              </a:rPr>
              <a:t>Lunch-hour focus (11 AM–2 PM): Increase patrols &amp; surveillance; prioritize Tue–Thu when peaks converge.</a:t>
            </a:r>
          </a:p>
          <a:p>
            <a:pPr marL="800100" lvl="1" indent="-342900">
              <a:buFont typeface="Wingdings" panose="05000000000000000000" pitchFamily="2" charset="2"/>
              <a:buChar char="Ø"/>
            </a:pPr>
            <a:r>
              <a:rPr lang="en-US" sz="2000" dirty="0">
                <a:latin typeface="Tw Cen MT" panose="020B0602020104020603" pitchFamily="34" charset="0"/>
              </a:rPr>
              <a:t>Evening reinforcement (6 PM–11 PM): Deploy high-visibility patrols, improve lighting and CCTV in hotspots.</a:t>
            </a:r>
          </a:p>
          <a:p>
            <a:pPr marL="800100" lvl="1" indent="-342900">
              <a:buFont typeface="Wingdings" panose="05000000000000000000" pitchFamily="2" charset="2"/>
              <a:buChar char="Ø"/>
            </a:pPr>
            <a:r>
              <a:rPr lang="en-US" sz="2000" dirty="0">
                <a:latin typeface="Tw Cen MT" panose="020B0602020104020603" pitchFamily="34" charset="0"/>
              </a:rPr>
              <a:t>Low-risk scheduling: Encourage high-risk client operations in early morning (2 AM–7 AM) where feasible.</a:t>
            </a:r>
          </a:p>
          <a:p>
            <a:pPr marL="800100" lvl="1" indent="-342900">
              <a:buFont typeface="Wingdings" panose="05000000000000000000" pitchFamily="2" charset="2"/>
              <a:buChar char="Ø"/>
            </a:pPr>
            <a:r>
              <a:rPr lang="en-US" sz="2000" dirty="0">
                <a:latin typeface="Tw Cen MT" panose="020B0602020104020603" pitchFamily="34" charset="0"/>
              </a:rPr>
              <a:t>Weekday alert (Tue–Thu): Raise staffing by ~15–20% on these peak weekdays.</a:t>
            </a:r>
          </a:p>
          <a:p>
            <a:pPr marL="800100" lvl="1" indent="-342900">
              <a:buFont typeface="Wingdings" panose="05000000000000000000" pitchFamily="2" charset="2"/>
              <a:buChar char="Ø"/>
            </a:pPr>
            <a:r>
              <a:rPr lang="en-US" sz="2000" dirty="0">
                <a:latin typeface="Tw Cen MT" panose="020B0602020104020603" pitchFamily="34" charset="0"/>
              </a:rPr>
              <a:t>Predictive response teams: Stage rapid-response units shortly before the noon rush and evening surge.</a:t>
            </a:r>
          </a:p>
          <a:p>
            <a:pPr marL="800100" lvl="1" indent="-342900">
              <a:buFont typeface="Wingdings" panose="05000000000000000000" pitchFamily="2" charset="2"/>
              <a:buChar char="Ø"/>
            </a:pPr>
            <a:r>
              <a:rPr lang="en-US" sz="2000" dirty="0">
                <a:latin typeface="Tw Cen MT" panose="020B0602020104020603" pitchFamily="34" charset="0"/>
              </a:rPr>
              <a:t>Trend monitoring: Coordinate with law enforcement to confirm if 2024’s decline is real before changing long-term resource plans.</a:t>
            </a:r>
          </a:p>
          <a:p>
            <a:pPr marL="800100" lvl="1" indent="-342900">
              <a:buFont typeface="Wingdings" panose="05000000000000000000" pitchFamily="2" charset="2"/>
              <a:buChar char="Ø"/>
            </a:pPr>
            <a:r>
              <a:rPr lang="en-US" sz="2000" dirty="0">
                <a:latin typeface="Tw Cen MT" panose="020B0602020104020603" pitchFamily="34" charset="0"/>
              </a:rPr>
              <a:t>Dynamic allocation: Use daily/hourly probability matrices to scale security presence in real time.</a:t>
            </a:r>
          </a:p>
        </p:txBody>
      </p:sp>
    </p:spTree>
    <p:extLst>
      <p:ext uri="{BB962C8B-B14F-4D97-AF65-F5344CB8AC3E}">
        <p14:creationId xmlns:p14="http://schemas.microsoft.com/office/powerpoint/2010/main" val="3324673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304E-E8DA-3244-B7E4-BA1FC8E37046}"/>
            </a:ext>
          </a:extLst>
        </p:cNvPr>
        <p:cNvGrpSpPr/>
        <p:nvPr/>
      </p:nvGrpSpPr>
      <p:grpSpPr>
        <a:xfrm>
          <a:off x="0" y="0"/>
          <a:ext cx="0" cy="0"/>
          <a:chOff x="0" y="0"/>
          <a:chExt cx="0" cy="0"/>
        </a:xfrm>
      </p:grpSpPr>
      <p:pic>
        <p:nvPicPr>
          <p:cNvPr id="6152" name="Picture 8">
            <a:extLst>
              <a:ext uri="{FF2B5EF4-FFF2-40B4-BE49-F238E27FC236}">
                <a16:creationId xmlns:a16="http://schemas.microsoft.com/office/drawing/2014/main" id="{F975BF2C-83AB-7914-F02B-ECC7FF8C4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4072" y="195542"/>
            <a:ext cx="5139959" cy="2692896"/>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183B8AFD-3085-2617-FE4C-6E6A86A83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99" y="195542"/>
            <a:ext cx="6023992" cy="2692896"/>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a:extLst>
              <a:ext uri="{FF2B5EF4-FFF2-40B4-BE49-F238E27FC236}">
                <a16:creationId xmlns:a16="http://schemas.microsoft.com/office/drawing/2014/main" id="{C5C66634-B75F-DAA4-E45C-9F8F08F21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861" y="3160204"/>
            <a:ext cx="6023992" cy="3322461"/>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a:extLst>
              <a:ext uri="{FF2B5EF4-FFF2-40B4-BE49-F238E27FC236}">
                <a16:creationId xmlns:a16="http://schemas.microsoft.com/office/drawing/2014/main" id="{A17B5A21-105A-BB63-44E5-726DE5E1A6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4072" y="3160204"/>
            <a:ext cx="5168067" cy="3322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73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6AAF6-82DB-7E51-37BE-22BB3C75DE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A531A3-ED32-4D3A-D313-6F12F454B474}"/>
              </a:ext>
            </a:extLst>
          </p:cNvPr>
          <p:cNvSpPr txBox="1"/>
          <p:nvPr/>
        </p:nvSpPr>
        <p:spPr>
          <a:xfrm>
            <a:off x="227348" y="548680"/>
            <a:ext cx="11737304" cy="5632311"/>
          </a:xfrm>
          <a:prstGeom prst="rect">
            <a:avLst/>
          </a:prstGeom>
          <a:noFill/>
        </p:spPr>
        <p:txBody>
          <a:bodyPr wrap="square">
            <a:spAutoFit/>
          </a:bodyPr>
          <a:lstStyle/>
          <a:p>
            <a:r>
              <a:rPr lang="en-US" sz="2000" b="1" dirty="0">
                <a:latin typeface="Tw Cen MT" panose="020B0602020104020603" pitchFamily="34" charset="0"/>
              </a:rPr>
              <a:t>Insights :</a:t>
            </a:r>
          </a:p>
          <a:p>
            <a:pPr marL="800100" lvl="1" indent="-342900">
              <a:buFont typeface="Wingdings" panose="05000000000000000000" pitchFamily="2" charset="2"/>
              <a:buChar char="Ø"/>
            </a:pPr>
            <a:r>
              <a:rPr lang="en-US" sz="2000" dirty="0">
                <a:latin typeface="Tw Cen MT" panose="020B0602020104020603" pitchFamily="34" charset="0"/>
              </a:rPr>
              <a:t>Gender: Male victims (41%) slightly higher than females (37%); large Unknown category (22%) indicates data gaps.</a:t>
            </a:r>
          </a:p>
          <a:p>
            <a:pPr marL="800100" lvl="1" indent="-342900">
              <a:buFont typeface="Wingdings" panose="05000000000000000000" pitchFamily="2" charset="2"/>
              <a:buChar char="Ø"/>
            </a:pPr>
            <a:r>
              <a:rPr lang="en-US" sz="2000" dirty="0">
                <a:latin typeface="Tw Cen MT" panose="020B0602020104020603" pitchFamily="34" charset="0"/>
              </a:rPr>
              <a:t>Age group: Adults 31–45 most affected (~234K cases), showing working-age vulnerability.</a:t>
            </a:r>
          </a:p>
          <a:p>
            <a:pPr marL="800100" lvl="1" indent="-342900">
              <a:buFont typeface="Wingdings" panose="05000000000000000000" pitchFamily="2" charset="2"/>
              <a:buChar char="Ø"/>
            </a:pPr>
            <a:r>
              <a:rPr lang="en-US" sz="2000" dirty="0">
                <a:latin typeface="Tw Cen MT" panose="020B0602020104020603" pitchFamily="34" charset="0"/>
              </a:rPr>
              <a:t>Young adults (18–30): High risk (~198K cases), with peak at ages 25–30.</a:t>
            </a:r>
          </a:p>
          <a:p>
            <a:pPr marL="800100" lvl="1" indent="-342900">
              <a:buFont typeface="Wingdings" panose="05000000000000000000" pitchFamily="2" charset="2"/>
              <a:buChar char="Ø"/>
            </a:pPr>
            <a:r>
              <a:rPr lang="en-US" sz="2000" dirty="0">
                <a:latin typeface="Tw Cen MT" panose="020B0602020104020603" pitchFamily="34" charset="0"/>
              </a:rPr>
              <a:t>Middle-aged (46–60): Moderate risk (~140K cases).</a:t>
            </a:r>
          </a:p>
          <a:p>
            <a:pPr marL="800100" lvl="1" indent="-342900">
              <a:buFont typeface="Wingdings" panose="05000000000000000000" pitchFamily="2" charset="2"/>
              <a:buChar char="Ø"/>
            </a:pPr>
            <a:r>
              <a:rPr lang="en-US" sz="2000" dirty="0">
                <a:latin typeface="Tw Cen MT" panose="020B0602020104020603" pitchFamily="34" charset="0"/>
              </a:rPr>
              <a:t>Seniors (61+) &amp; minors: Lower in count but high vulnerability, need tailored protection.</a:t>
            </a:r>
          </a:p>
          <a:p>
            <a:pPr marL="800100" lvl="1" indent="-342900">
              <a:buFont typeface="Wingdings" panose="05000000000000000000" pitchFamily="2" charset="2"/>
              <a:buChar char="Ø"/>
            </a:pPr>
            <a:r>
              <a:rPr lang="en-US" sz="2000" dirty="0">
                <a:latin typeface="Tw Cen MT" panose="020B0602020104020603" pitchFamily="34" charset="0"/>
              </a:rPr>
              <a:t>Data quality issue: Large “Unknown” (226K) may mask true victim patterns.</a:t>
            </a:r>
          </a:p>
          <a:p>
            <a:pPr lvl="1"/>
            <a:endParaRPr lang="en-US" sz="2000" dirty="0">
              <a:latin typeface="Tw Cen MT" panose="020B0602020104020603" pitchFamily="34" charset="0"/>
            </a:endParaRPr>
          </a:p>
          <a:p>
            <a:r>
              <a:rPr lang="en-US" sz="2000" b="1" dirty="0">
                <a:latin typeface="Tw Cen MT" panose="020B0602020104020603" pitchFamily="34" charset="0"/>
              </a:rPr>
              <a:t>Targeted Security Recommendations :</a:t>
            </a:r>
          </a:p>
          <a:p>
            <a:pPr marL="800100" lvl="1" indent="-342900">
              <a:buFont typeface="Wingdings" panose="05000000000000000000" pitchFamily="2" charset="2"/>
              <a:buChar char="Ø"/>
            </a:pPr>
            <a:r>
              <a:rPr lang="en-US" sz="2000" dirty="0">
                <a:latin typeface="Tw Cen MT" panose="020B0602020104020603" pitchFamily="34" charset="0"/>
              </a:rPr>
              <a:t>Balanced protection: Apply gender-neutral security protocols; avoid male/female bias.</a:t>
            </a:r>
          </a:p>
          <a:p>
            <a:pPr marL="800100" lvl="1" indent="-342900">
              <a:buFont typeface="Wingdings" panose="05000000000000000000" pitchFamily="2" charset="2"/>
              <a:buChar char="Ø"/>
            </a:pPr>
            <a:r>
              <a:rPr lang="en-US" sz="2000" dirty="0">
                <a:latin typeface="Tw Cen MT" panose="020B0602020104020603" pitchFamily="34" charset="0"/>
              </a:rPr>
              <a:t>Prime-age adults (25–45): Prioritize in business hubs, residential complexes, transit routes.</a:t>
            </a:r>
          </a:p>
          <a:p>
            <a:pPr marL="800100" lvl="1" indent="-342900">
              <a:buFont typeface="Wingdings" panose="05000000000000000000" pitchFamily="2" charset="2"/>
              <a:buChar char="Ø"/>
            </a:pPr>
            <a:r>
              <a:rPr lang="en-US" sz="2000" dirty="0">
                <a:latin typeface="Tw Cen MT" panose="020B0602020104020603" pitchFamily="34" charset="0"/>
              </a:rPr>
              <a:t>Young adults (18–30): Focus on campuses, entry-level work areas, nightlife zones.</a:t>
            </a:r>
          </a:p>
          <a:p>
            <a:pPr marL="800100" lvl="1" indent="-342900">
              <a:buFont typeface="Wingdings" panose="05000000000000000000" pitchFamily="2" charset="2"/>
              <a:buChar char="Ø"/>
            </a:pPr>
            <a:r>
              <a:rPr lang="en-US" sz="2000" dirty="0">
                <a:latin typeface="Tw Cen MT" panose="020B0602020104020603" pitchFamily="34" charset="0"/>
              </a:rPr>
              <a:t>Age-tailored measures: High-visibility deterrence for working adults; discreet protection for seniors; child-focused safety for minors.</a:t>
            </a:r>
          </a:p>
          <a:p>
            <a:pPr marL="800100" lvl="1" indent="-342900">
              <a:buFont typeface="Wingdings" panose="05000000000000000000" pitchFamily="2" charset="2"/>
              <a:buChar char="Ø"/>
            </a:pPr>
            <a:r>
              <a:rPr lang="en-US" sz="2000" dirty="0">
                <a:latin typeface="Tw Cen MT" panose="020B0602020104020603" pitchFamily="34" charset="0"/>
              </a:rPr>
              <a:t>Data improvement: Work with law enforcement to reduce “Unknown” cases for sharper targeting.</a:t>
            </a:r>
          </a:p>
          <a:p>
            <a:pPr marL="800100" lvl="1" indent="-342900">
              <a:buFont typeface="Wingdings" panose="05000000000000000000" pitchFamily="2" charset="2"/>
              <a:buChar char="Ø"/>
            </a:pPr>
            <a:r>
              <a:rPr lang="en-US" sz="2000" dirty="0">
                <a:latin typeface="Tw Cen MT" panose="020B0602020104020603" pitchFamily="34" charset="0"/>
              </a:rPr>
              <a:t>Risk tools: Develop demographic-based vulnerability scoring and deploy specialized response teams by age group.</a:t>
            </a:r>
          </a:p>
        </p:txBody>
      </p:sp>
    </p:spTree>
    <p:extLst>
      <p:ext uri="{BB962C8B-B14F-4D97-AF65-F5344CB8AC3E}">
        <p14:creationId xmlns:p14="http://schemas.microsoft.com/office/powerpoint/2010/main" val="61991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0117-7AD9-2EF3-80CB-F290324EA863}"/>
            </a:ext>
          </a:extLst>
        </p:cNvPr>
        <p:cNvGrpSpPr/>
        <p:nvPr/>
      </p:nvGrpSpPr>
      <p:grpSpPr>
        <a:xfrm>
          <a:off x="0" y="0"/>
          <a:ext cx="0" cy="0"/>
          <a:chOff x="0" y="0"/>
          <a:chExt cx="0" cy="0"/>
        </a:xfrm>
      </p:grpSpPr>
      <p:pic>
        <p:nvPicPr>
          <p:cNvPr id="1032" name="Picture 8">
            <a:extLst>
              <a:ext uri="{FF2B5EF4-FFF2-40B4-BE49-F238E27FC236}">
                <a16:creationId xmlns:a16="http://schemas.microsoft.com/office/drawing/2014/main" id="{A9327B0C-D07F-4FED-87E1-E59AFD5FB3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372" y="476672"/>
            <a:ext cx="11305256" cy="5688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95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B5D9C-A26B-B070-2A99-72CF06FFB491}"/>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EEC31563-8E4F-93D8-8391-81BBF3048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84" y="831056"/>
            <a:ext cx="11089232" cy="5195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908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0B3A1-10FA-627B-5F8E-9D6BB4D663F5}"/>
            </a:ext>
          </a:extLst>
        </p:cNvPr>
        <p:cNvGrpSpPr/>
        <p:nvPr/>
      </p:nvGrpSpPr>
      <p:grpSpPr>
        <a:xfrm>
          <a:off x="0" y="0"/>
          <a:ext cx="0" cy="0"/>
          <a:chOff x="0" y="0"/>
          <a:chExt cx="0" cy="0"/>
        </a:xfrm>
      </p:grpSpPr>
      <p:pic>
        <p:nvPicPr>
          <p:cNvPr id="2052" name="Picture 4">
            <a:extLst>
              <a:ext uri="{FF2B5EF4-FFF2-40B4-BE49-F238E27FC236}">
                <a16:creationId xmlns:a16="http://schemas.microsoft.com/office/drawing/2014/main" id="{08DB6089-8AAC-8AD5-5EE3-3EA8871B0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404" y="404664"/>
            <a:ext cx="10729192"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927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C70BB-6349-6948-458F-8EEDC89B6A16}"/>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571ECBA9-DEFC-104F-2704-9B0253629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392" y="404664"/>
            <a:ext cx="10873208" cy="5832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356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12079-52E7-E2D6-9724-47DF95486C35}"/>
            </a:ext>
          </a:extLst>
        </p:cNvPr>
        <p:cNvGrpSpPr/>
        <p:nvPr/>
      </p:nvGrpSpPr>
      <p:grpSpPr>
        <a:xfrm>
          <a:off x="0" y="0"/>
          <a:ext cx="0" cy="0"/>
          <a:chOff x="0" y="0"/>
          <a:chExt cx="0" cy="0"/>
        </a:xfrm>
      </p:grpSpPr>
      <p:pic>
        <p:nvPicPr>
          <p:cNvPr id="4104" name="Picture 8">
            <a:extLst>
              <a:ext uri="{FF2B5EF4-FFF2-40B4-BE49-F238E27FC236}">
                <a16:creationId xmlns:a16="http://schemas.microsoft.com/office/drawing/2014/main" id="{66BF2ED2-FAAD-58A5-AF48-E791FE132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00" y="332656"/>
            <a:ext cx="10657184" cy="5904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6475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5B99B-3C7A-48B4-BD14-47A1860E8C9E}"/>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8CB00B4D-BE5A-8B99-C1C6-1D962766F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368" y="404664"/>
            <a:ext cx="11064552" cy="583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259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51BA-B838-6785-45B4-110779B29F1F}"/>
            </a:ext>
          </a:extLst>
        </p:cNvPr>
        <p:cNvGrpSpPr/>
        <p:nvPr/>
      </p:nvGrpSpPr>
      <p:grpSpPr>
        <a:xfrm>
          <a:off x="0" y="0"/>
          <a:ext cx="0" cy="0"/>
          <a:chOff x="0" y="0"/>
          <a:chExt cx="0" cy="0"/>
        </a:xfrm>
      </p:grpSpPr>
      <p:pic>
        <p:nvPicPr>
          <p:cNvPr id="6146" name="Picture 2">
            <a:extLst>
              <a:ext uri="{FF2B5EF4-FFF2-40B4-BE49-F238E27FC236}">
                <a16:creationId xmlns:a16="http://schemas.microsoft.com/office/drawing/2014/main" id="{8045AD8C-C264-96F6-0DA1-51C919954F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704" y="476672"/>
            <a:ext cx="11424592"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1468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D125F-B6DC-5FE9-0533-705523A91E8B}"/>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81977F74-BEC9-3E71-CA14-0DE2E6EBAE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0" y="476672"/>
            <a:ext cx="11521280"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57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4FB79-C6FF-2DEF-8519-A0A50BCEC4EF}"/>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09A8BF70-B9FA-D058-F68B-28DA5C0C3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9" y="188640"/>
            <a:ext cx="9577064" cy="6141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2669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D2493-C8B6-B563-CFD6-9B0D7F02E5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6DED5C-4CCE-507E-B59C-B8C7FA55C54F}"/>
              </a:ext>
            </a:extLst>
          </p:cNvPr>
          <p:cNvSpPr txBox="1"/>
          <p:nvPr/>
        </p:nvSpPr>
        <p:spPr>
          <a:xfrm>
            <a:off x="479376" y="404664"/>
            <a:ext cx="11089232" cy="5632311"/>
          </a:xfrm>
          <a:prstGeom prst="rect">
            <a:avLst/>
          </a:prstGeom>
          <a:noFill/>
        </p:spPr>
        <p:txBody>
          <a:bodyPr wrap="square">
            <a:spAutoFit/>
          </a:bodyPr>
          <a:lstStyle/>
          <a:p>
            <a:r>
              <a:rPr lang="en-US" sz="2000" b="1" dirty="0">
                <a:latin typeface="Tw Cen MT" panose="020B0602020104020603" pitchFamily="34" charset="0"/>
              </a:rPr>
              <a:t>Key Insights :</a:t>
            </a:r>
          </a:p>
          <a:p>
            <a:endParaRPr lang="en-US" sz="2000" dirty="0">
              <a:latin typeface="Tw Cen MT" panose="020B0602020104020603" pitchFamily="34" charset="0"/>
            </a:endParaRPr>
          </a:p>
          <a:p>
            <a:pPr marL="285750" indent="-285750">
              <a:buFont typeface="Wingdings" panose="05000000000000000000" pitchFamily="2" charset="2"/>
              <a:buChar char="Ø"/>
            </a:pPr>
            <a:r>
              <a:rPr lang="en-US" sz="2000" dirty="0">
                <a:latin typeface="Tw Cen MT" panose="020B0602020104020603" pitchFamily="34" charset="0"/>
              </a:rPr>
              <a:t>Vehicle theft dominates Los Angeles crime (100,000+ incidents), followed by battery/simple assault (85,000+) and identity theft (55,000+), indicating property crimes are the primary threat</a:t>
            </a:r>
          </a:p>
          <a:p>
            <a:pPr marL="285750" indent="-285750">
              <a:buFont typeface="Wingdings" panose="05000000000000000000" pitchFamily="2" charset="2"/>
              <a:buChar char="Ø"/>
            </a:pPr>
            <a:r>
              <a:rPr lang="en-US" sz="2000" dirty="0">
                <a:latin typeface="Tw Cen MT" panose="020B0602020104020603" pitchFamily="34" charset="0"/>
              </a:rPr>
              <a:t>Critical time vulnerabilities identified: Noon (12 PM) shows peak activity with identity theft hotspots reaching 8,000+ incidents, while evening hours (6-11 PM) maintain consistently elevated risks</a:t>
            </a:r>
          </a:p>
          <a:p>
            <a:pPr marL="285750" indent="-285750">
              <a:buFont typeface="Wingdings" panose="05000000000000000000" pitchFamily="2" charset="2"/>
              <a:buChar char="Ø"/>
            </a:pPr>
            <a:r>
              <a:rPr lang="en-US" sz="2000" dirty="0">
                <a:latin typeface="Tw Cen MT" panose="020B0602020104020603" pitchFamily="34" charset="0"/>
              </a:rPr>
              <a:t>Geographic crime concentration: 77th Street area shows extreme burglary-from-vehicle clustering (8,000+ incidents), while Central, Hollywood, and Pacific areas demonstrate high overall crime density</a:t>
            </a:r>
          </a:p>
          <a:p>
            <a:pPr marL="285750" indent="-285750">
              <a:buFont typeface="Wingdings" panose="05000000000000000000" pitchFamily="2" charset="2"/>
              <a:buChar char="Ø"/>
            </a:pPr>
            <a:r>
              <a:rPr lang="en-US" sz="2000" dirty="0">
                <a:latin typeface="Tw Cen MT" panose="020B0602020104020603" pitchFamily="34" charset="0"/>
              </a:rPr>
              <a:t>Street-level crimes peak dramatically (200,000+ incidents) compared to other premises, with multi-unit dwellings showing secondary concentration (95,000+ incidents)</a:t>
            </a:r>
          </a:p>
          <a:p>
            <a:pPr marL="285750" indent="-285750">
              <a:buFont typeface="Wingdings" panose="05000000000000000000" pitchFamily="2" charset="2"/>
              <a:buChar char="Ø"/>
            </a:pPr>
            <a:r>
              <a:rPr lang="en-US" sz="2000" dirty="0">
                <a:latin typeface="Tw Cen MT" panose="020B0602020104020603" pitchFamily="34" charset="0"/>
              </a:rPr>
              <a:t>Systematic reporting delays across all areas (1,400+ day maximums), indicating potential under-representation of real-time crime patterns</a:t>
            </a:r>
          </a:p>
          <a:p>
            <a:pPr marL="285750" indent="-285750">
              <a:buFont typeface="Wingdings" panose="05000000000000000000" pitchFamily="2" charset="2"/>
              <a:buChar char="Ø"/>
            </a:pPr>
            <a:r>
              <a:rPr lang="en-US" sz="2000" dirty="0">
                <a:latin typeface="Tw Cen MT" panose="020B0602020104020603" pitchFamily="34" charset="0"/>
              </a:rPr>
              <a:t>Male victims show higher assault rates (12,000+ aggravated assaults in 31-45 age group), while female victims experience peak intimate partner violence (14,600+ cases in 18-30 demographic)</a:t>
            </a:r>
          </a:p>
          <a:p>
            <a:pPr marL="285750" indent="-285750">
              <a:buFont typeface="Wingdings" panose="05000000000000000000" pitchFamily="2" charset="2"/>
              <a:buChar char="Ø"/>
            </a:pPr>
            <a:r>
              <a:rPr lang="en-US" sz="2000" dirty="0">
                <a:latin typeface="Tw Cen MT" panose="020B0602020104020603" pitchFamily="34" charset="0"/>
              </a:rPr>
              <a:t>Hispanic/Latino community bears disproportionate burden (274,721 victims, 31% of total), followed by significant unknown demographic gaps (209,736 cases)</a:t>
            </a:r>
          </a:p>
          <a:p>
            <a:pPr marL="285750" indent="-285750">
              <a:buFont typeface="Wingdings" panose="05000000000000000000" pitchFamily="2" charset="2"/>
              <a:buChar char="Ø"/>
            </a:pPr>
            <a:r>
              <a:rPr lang="en-US" sz="2000" dirty="0">
                <a:latin typeface="Tw Cen MT" panose="020B0602020104020603" pitchFamily="34" charset="0"/>
              </a:rPr>
              <a:t>Age-based vulnerability patterns: 31-45 age group faces highest victimization across most crime types, with young adults (18-30) showing secondary peak exposure</a:t>
            </a:r>
          </a:p>
        </p:txBody>
      </p:sp>
    </p:spTree>
    <p:extLst>
      <p:ext uri="{BB962C8B-B14F-4D97-AF65-F5344CB8AC3E}">
        <p14:creationId xmlns:p14="http://schemas.microsoft.com/office/powerpoint/2010/main" val="2277638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E1CBA-1714-A677-2773-210E7740DE0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B6B4331-7342-CCDD-161F-6C07BD966881}"/>
              </a:ext>
            </a:extLst>
          </p:cNvPr>
          <p:cNvSpPr>
            <a:spLocks noChangeArrowheads="1"/>
          </p:cNvSpPr>
          <p:nvPr/>
        </p:nvSpPr>
        <p:spPr bwMode="auto">
          <a:xfrm>
            <a:off x="335360" y="297373"/>
            <a:ext cx="11341260" cy="626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w Cen MT" panose="020B0602020104020603" pitchFamily="34" charset="0"/>
              </a:rPr>
              <a:t>Targeted Security Recommendations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w Cen MT" panose="020B0602020104020603"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Deploy vehicle protection task forces in 77th Street, Central, and Hollywood areas with enhanced surveillance systems and rapid response protocols for auto theft prevention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Establish noon-hour security surges (11 AM-2 PM) with specialized identity theft prevention units targeting financial districts and commercial areas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Implement street-level patrol intensification with 200% resource allocation compared to building-focused security, emphasizing high-traffic pedestrian zones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Coordinate multi-jurisdictional response teams to address 1,400+ day reporting delays through real-time crime monitoring and predictive deployment systems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Develop culturally-responsive security services for Hispanic/Latino communities with bilingual emergency protocols and community liaison programs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Create age-targeted protection strategies: Enhanced workplace security for 31-45 demographic, campus/nightlife protection for 18-30 group, and specialized elderly safety programs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Establish gender-specific threat mitigation: Anti-assault protocols for male victims in public spaces, intimate partner violence prevention services for female victims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Deploy premise-specific security architectures: Maximum resources for street-level operations, secondary focus on multi-unit residential complexes with access control systems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900" i="0" u="none" strike="noStrike" cap="none" normalizeH="0" baseline="0" dirty="0">
                <a:ln>
                  <a:noFill/>
                </a:ln>
                <a:solidFill>
                  <a:schemeClr val="tx1"/>
                </a:solidFill>
                <a:effectLst/>
                <a:latin typeface="Tw Cen MT" panose="020B0602020104020603" pitchFamily="34" charset="0"/>
              </a:rPr>
              <a:t>Implement predictive crime mapping using geographic clustering data to pre-position security assets in 77th Street, Central, Hollywood, and Pacific high-risk zones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900" i="0" u="none" strike="noStrike" cap="none" normalizeH="0" baseline="0" dirty="0">
              <a:ln>
                <a:noFill/>
              </a:ln>
              <a:solidFill>
                <a:schemeClr val="tx1"/>
              </a:solidFill>
              <a:effectLst/>
              <a:latin typeface="Tw Cen MT" panose="020B0602020104020603" pitchFamily="34" charset="0"/>
            </a:endParaRPr>
          </a:p>
        </p:txBody>
      </p:sp>
    </p:spTree>
    <p:extLst>
      <p:ext uri="{BB962C8B-B14F-4D97-AF65-F5344CB8AC3E}">
        <p14:creationId xmlns:p14="http://schemas.microsoft.com/office/powerpoint/2010/main" val="2170156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D226-1552-66C1-0677-B646FA4CD824}"/>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F0F66192-7880-FA6D-8400-48A86DA3795A}"/>
              </a:ext>
            </a:extLst>
          </p:cNvPr>
          <p:cNvSpPr txBox="1">
            <a:spLocks/>
          </p:cNvSpPr>
          <p:nvPr/>
        </p:nvSpPr>
        <p:spPr>
          <a:xfrm>
            <a:off x="3215680" y="404664"/>
            <a:ext cx="4608512"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4400" dirty="0">
                <a:latin typeface="Tw Cen MT" panose="020B0602020104020603" pitchFamily="34" charset="0"/>
              </a:rPr>
              <a:t>Data Preprocessing </a:t>
            </a:r>
          </a:p>
        </p:txBody>
      </p:sp>
      <p:sp>
        <p:nvSpPr>
          <p:cNvPr id="9" name="TextBox 8">
            <a:extLst>
              <a:ext uri="{FF2B5EF4-FFF2-40B4-BE49-F238E27FC236}">
                <a16:creationId xmlns:a16="http://schemas.microsoft.com/office/drawing/2014/main" id="{EFAF7290-AAAF-8C04-BC5B-CA239EB1EDDE}"/>
              </a:ext>
            </a:extLst>
          </p:cNvPr>
          <p:cNvSpPr txBox="1"/>
          <p:nvPr/>
        </p:nvSpPr>
        <p:spPr>
          <a:xfrm>
            <a:off x="923307" y="1268760"/>
            <a:ext cx="9853213" cy="5016758"/>
          </a:xfrm>
          <a:prstGeom prst="rect">
            <a:avLst/>
          </a:prstGeom>
          <a:noFill/>
        </p:spPr>
        <p:txBody>
          <a:bodyPr wrap="square">
            <a:spAutoFit/>
          </a:bodyPr>
          <a:lstStyle/>
          <a:p>
            <a:pPr algn="just">
              <a:buNone/>
            </a:pPr>
            <a:r>
              <a:rPr lang="en-US" sz="2000" dirty="0">
                <a:latin typeface="Tw Cen MT" panose="020B0602020104020603" pitchFamily="34" charset="0"/>
              </a:rPr>
              <a:t>In this project, the main objective is to identify crime hotspots across Los Angeles. Since geographical positioning is the foundation for hotspot detection, the features LAT and LON play the most critical role. Therefore, all preprocessing steps and the final modeling are designed specifically around these two columns to ensure accuracy in spatial analysis.</a:t>
            </a:r>
          </a:p>
          <a:p>
            <a:pPr>
              <a:buNone/>
            </a:pPr>
            <a:endParaRPr lang="en-US" sz="2000" dirty="0">
              <a:latin typeface="Tw Cen MT" panose="020B0602020104020603" pitchFamily="34" charset="0"/>
            </a:endParaRPr>
          </a:p>
          <a:p>
            <a:pPr lvl="1"/>
            <a:r>
              <a:rPr lang="en-US" sz="2000" dirty="0">
                <a:latin typeface="Tw Cen MT" panose="020B0602020104020603" pitchFamily="34" charset="0"/>
              </a:rPr>
              <a:t>Outlier Handling (LAT/LON):</a:t>
            </a:r>
          </a:p>
          <a:p>
            <a:pPr marL="1257300" lvl="2" indent="-342900">
              <a:buFont typeface="Wingdings" panose="05000000000000000000" pitchFamily="2" charset="2"/>
              <a:buChar char="Ø"/>
            </a:pPr>
            <a:r>
              <a:rPr lang="en-US" sz="2000" dirty="0">
                <a:latin typeface="Tw Cen MT" panose="020B0602020104020603" pitchFamily="34" charset="0"/>
              </a:rPr>
              <a:t>Defined valid Los Angeles range → LAT (33.0–34.5), LON (-119.0–-117.0)</a:t>
            </a:r>
          </a:p>
          <a:p>
            <a:pPr marL="1257300" lvl="2" indent="-342900">
              <a:buFont typeface="Wingdings" panose="05000000000000000000" pitchFamily="2" charset="2"/>
              <a:buChar char="Ø"/>
            </a:pPr>
            <a:r>
              <a:rPr lang="en-US" sz="2000" dirty="0">
                <a:latin typeface="Tw Cen MT" panose="020B0602020104020603" pitchFamily="34" charset="0"/>
              </a:rPr>
              <a:t>Removed invalid coordinates falling outside this boundary.</a:t>
            </a:r>
          </a:p>
          <a:p>
            <a:pPr lvl="2"/>
            <a:endParaRPr lang="en-US" sz="2000" dirty="0">
              <a:latin typeface="Tw Cen MT" panose="020B0602020104020603" pitchFamily="34" charset="0"/>
            </a:endParaRPr>
          </a:p>
          <a:p>
            <a:pPr lvl="1"/>
            <a:r>
              <a:rPr lang="en-US" sz="2000" dirty="0">
                <a:latin typeface="Tw Cen MT" panose="020B0602020104020603" pitchFamily="34" charset="0"/>
              </a:rPr>
              <a:t>Feature Scaling:</a:t>
            </a:r>
          </a:p>
          <a:p>
            <a:pPr marL="1257300" lvl="2" indent="-342900">
              <a:buFont typeface="Wingdings" panose="05000000000000000000" pitchFamily="2" charset="2"/>
              <a:buChar char="Ø"/>
            </a:pPr>
            <a:r>
              <a:rPr lang="en-US" sz="2000" dirty="0">
                <a:latin typeface="Tw Cen MT" panose="020B0602020104020603" pitchFamily="34" charset="0"/>
              </a:rPr>
              <a:t>Applied </a:t>
            </a:r>
            <a:r>
              <a:rPr lang="en-US" sz="2000" dirty="0" err="1">
                <a:latin typeface="Tw Cen MT" panose="020B0602020104020603" pitchFamily="34" charset="0"/>
              </a:rPr>
              <a:t>StandardScaler</a:t>
            </a:r>
            <a:r>
              <a:rPr lang="en-US" sz="2000" dirty="0">
                <a:latin typeface="Tw Cen MT" panose="020B0602020104020603" pitchFamily="34" charset="0"/>
              </a:rPr>
              <a:t> on LAT &amp; LON.</a:t>
            </a:r>
          </a:p>
          <a:p>
            <a:pPr marL="1257300" lvl="2" indent="-342900">
              <a:buFont typeface="Wingdings" panose="05000000000000000000" pitchFamily="2" charset="2"/>
              <a:buChar char="Ø"/>
            </a:pPr>
            <a:r>
              <a:rPr lang="en-US" sz="2000" dirty="0">
                <a:latin typeface="Tw Cen MT" panose="020B0602020104020603" pitchFamily="34" charset="0"/>
              </a:rPr>
              <a:t>Standardization ensures better clustering and distance-based calculations.</a:t>
            </a:r>
          </a:p>
          <a:p>
            <a:pPr marL="1257300" lvl="2" indent="-342900">
              <a:buFont typeface="Wingdings" panose="05000000000000000000" pitchFamily="2" charset="2"/>
              <a:buChar char="Ø"/>
            </a:pPr>
            <a:endParaRPr lang="en-US" sz="2000" dirty="0">
              <a:latin typeface="Tw Cen MT" panose="020B0602020104020603" pitchFamily="34" charset="0"/>
            </a:endParaRPr>
          </a:p>
          <a:p>
            <a:pPr lvl="1"/>
            <a:r>
              <a:rPr lang="en-US" sz="2000" dirty="0">
                <a:latin typeface="Tw Cen MT" panose="020B0602020104020603" pitchFamily="34" charset="0"/>
              </a:rPr>
              <a:t>Stratified Sampling:</a:t>
            </a:r>
          </a:p>
          <a:p>
            <a:pPr marL="1257300" lvl="2" indent="-342900">
              <a:buFont typeface="Wingdings" panose="05000000000000000000" pitchFamily="2" charset="2"/>
              <a:buChar char="Ø"/>
            </a:pPr>
            <a:r>
              <a:rPr lang="en-US" sz="2000" dirty="0">
                <a:latin typeface="Tw Cen MT" panose="020B0602020104020603" pitchFamily="34" charset="0"/>
              </a:rPr>
              <a:t>Selected 10% of the data while preserving the AREA distribution.</a:t>
            </a:r>
          </a:p>
          <a:p>
            <a:pPr marL="1257300" lvl="2" indent="-342900">
              <a:buFont typeface="Wingdings" panose="05000000000000000000" pitchFamily="2" charset="2"/>
              <a:buChar char="Ø"/>
            </a:pPr>
            <a:r>
              <a:rPr lang="en-US" sz="2000" dirty="0">
                <a:latin typeface="Tw Cen MT" panose="020B0602020104020603" pitchFamily="34" charset="0"/>
              </a:rPr>
              <a:t>Achieved a smaller yet representative dataset for faster and efficient modeling.</a:t>
            </a:r>
          </a:p>
        </p:txBody>
      </p:sp>
      <p:pic>
        <p:nvPicPr>
          <p:cNvPr id="11" name="Graphic 10" descr="Tools with solid fill">
            <a:extLst>
              <a:ext uri="{FF2B5EF4-FFF2-40B4-BE49-F238E27FC236}">
                <a16:creationId xmlns:a16="http://schemas.microsoft.com/office/drawing/2014/main" id="{1DAD527D-729E-D029-E9EE-AAE446D524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52184" y="548680"/>
            <a:ext cx="529208" cy="529208"/>
          </a:xfrm>
          <a:prstGeom prst="rect">
            <a:avLst/>
          </a:prstGeom>
        </p:spPr>
      </p:pic>
    </p:spTree>
    <p:extLst>
      <p:ext uri="{BB962C8B-B14F-4D97-AF65-F5344CB8AC3E}">
        <p14:creationId xmlns:p14="http://schemas.microsoft.com/office/powerpoint/2010/main" val="37053733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6C5FB8A-4A3C-7BD8-62DB-623DC00ED58C}"/>
              </a:ext>
            </a:extLst>
          </p:cNvPr>
          <p:cNvSpPr txBox="1">
            <a:spLocks/>
          </p:cNvSpPr>
          <p:nvPr/>
        </p:nvSpPr>
        <p:spPr>
          <a:xfrm>
            <a:off x="3935760" y="627592"/>
            <a:ext cx="3600400"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4400" dirty="0">
                <a:latin typeface="Tw Cen MT" panose="020B0602020104020603" pitchFamily="34" charset="0"/>
              </a:rPr>
              <a:t>Model Building</a:t>
            </a:r>
          </a:p>
        </p:txBody>
      </p:sp>
      <p:sp>
        <p:nvSpPr>
          <p:cNvPr id="4" name="TextBox 3">
            <a:extLst>
              <a:ext uri="{FF2B5EF4-FFF2-40B4-BE49-F238E27FC236}">
                <a16:creationId xmlns:a16="http://schemas.microsoft.com/office/drawing/2014/main" id="{38C0A53C-1265-7D85-5D8D-A9CF27757D45}"/>
              </a:ext>
            </a:extLst>
          </p:cNvPr>
          <p:cNvSpPr txBox="1"/>
          <p:nvPr/>
        </p:nvSpPr>
        <p:spPr>
          <a:xfrm>
            <a:off x="569386" y="1556792"/>
            <a:ext cx="11053228" cy="1631216"/>
          </a:xfrm>
          <a:prstGeom prst="rect">
            <a:avLst/>
          </a:prstGeom>
          <a:noFill/>
        </p:spPr>
        <p:txBody>
          <a:bodyPr wrap="square">
            <a:spAutoFit/>
          </a:bodyPr>
          <a:lstStyle/>
          <a:p>
            <a:pPr algn="just"/>
            <a:r>
              <a:rPr lang="en-US" sz="2000" b="1" dirty="0">
                <a:latin typeface="Tw Cen MT" panose="020B0602020104020603" pitchFamily="34" charset="0"/>
              </a:rPr>
              <a:t>In this project, crime hotspot detection is approached as an </a:t>
            </a:r>
            <a:r>
              <a:rPr lang="en-US" sz="2000" b="1" i="1" dirty="0">
                <a:latin typeface="Tw Cen MT" panose="020B0602020104020603" pitchFamily="34" charset="0"/>
              </a:rPr>
              <a:t>unsupervised learning problem</a:t>
            </a:r>
            <a:r>
              <a:rPr lang="en-US" sz="2000" b="1" dirty="0">
                <a:latin typeface="Tw Cen MT" panose="020B0602020104020603" pitchFamily="34" charset="0"/>
              </a:rPr>
              <a:t> because the dataset does not contain predefined crime hotspot labels. Instead of predicting known classes, the goal is to uncover hidden structures and natural groupings within the data. By applying unsupervised models, we aim to identify clusters of crime activity based on spatial coordinates (latitude and longitude), which ultimately reveal meaningful hotspot patterns for analysis and security planning.</a:t>
            </a:r>
            <a:endParaRPr lang="en-US" sz="2000" dirty="0">
              <a:latin typeface="Tw Cen MT" panose="020B0602020104020603" pitchFamily="34" charset="0"/>
            </a:endParaRPr>
          </a:p>
        </p:txBody>
      </p:sp>
      <p:sp>
        <p:nvSpPr>
          <p:cNvPr id="6" name="TextBox 5">
            <a:extLst>
              <a:ext uri="{FF2B5EF4-FFF2-40B4-BE49-F238E27FC236}">
                <a16:creationId xmlns:a16="http://schemas.microsoft.com/office/drawing/2014/main" id="{2DC0A083-9492-B195-4825-4DBA97607D60}"/>
              </a:ext>
            </a:extLst>
          </p:cNvPr>
          <p:cNvSpPr txBox="1"/>
          <p:nvPr/>
        </p:nvSpPr>
        <p:spPr>
          <a:xfrm>
            <a:off x="695400" y="3669993"/>
            <a:ext cx="1728192" cy="400110"/>
          </a:xfrm>
          <a:prstGeom prst="rect">
            <a:avLst/>
          </a:prstGeom>
          <a:noFill/>
        </p:spPr>
        <p:txBody>
          <a:bodyPr wrap="square">
            <a:spAutoFit/>
          </a:bodyPr>
          <a:lstStyle/>
          <a:p>
            <a:pPr>
              <a:buNone/>
            </a:pPr>
            <a:r>
              <a:rPr lang="en-US" sz="2000" dirty="0">
                <a:latin typeface="Tw Cen MT" panose="020B0602020104020603" pitchFamily="34" charset="0"/>
              </a:rPr>
              <a:t>Models Used :</a:t>
            </a:r>
          </a:p>
        </p:txBody>
      </p:sp>
      <p:pic>
        <p:nvPicPr>
          <p:cNvPr id="11" name="Graphic 10" descr="Robot with solid fill">
            <a:extLst>
              <a:ext uri="{FF2B5EF4-FFF2-40B4-BE49-F238E27FC236}">
                <a16:creationId xmlns:a16="http://schemas.microsoft.com/office/drawing/2014/main" id="{5955FC14-85E7-737A-19FE-AB16722231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2144" y="595536"/>
            <a:ext cx="673224" cy="673224"/>
          </a:xfrm>
          <a:prstGeom prst="rect">
            <a:avLst/>
          </a:prstGeom>
        </p:spPr>
      </p:pic>
      <p:sp>
        <p:nvSpPr>
          <p:cNvPr id="12" name="Rectangle 1">
            <a:extLst>
              <a:ext uri="{FF2B5EF4-FFF2-40B4-BE49-F238E27FC236}">
                <a16:creationId xmlns:a16="http://schemas.microsoft.com/office/drawing/2014/main" id="{B17E73B7-5A2D-975E-EAB6-4B6304031C1B}"/>
              </a:ext>
            </a:extLst>
          </p:cNvPr>
          <p:cNvSpPr>
            <a:spLocks noChangeArrowheads="1"/>
          </p:cNvSpPr>
          <p:nvPr/>
        </p:nvSpPr>
        <p:spPr bwMode="auto">
          <a:xfrm>
            <a:off x="1145606" y="4259560"/>
            <a:ext cx="495039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w Cen MT" panose="020B0602020104020603" pitchFamily="34" charset="0"/>
              </a:rPr>
              <a:t>K-Means Clustering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w Cen MT" panose="020B0602020104020603" pitchFamily="34" charset="0"/>
              </a:rPr>
              <a:t>DBSCAN (Density-Based Spatial Clustering)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a:latin typeface="Tw Cen MT" panose="020B0602020104020603" pitchFamily="34" charset="0"/>
              </a:rPr>
              <a:t>HDBSCAN</a:t>
            </a:r>
            <a:endParaRPr kumimoji="0" lang="en-US" altLang="en-US" sz="2000" i="0" u="none" strike="noStrike" cap="none" normalizeH="0" baseline="0" dirty="0">
              <a:ln>
                <a:noFill/>
              </a:ln>
              <a:solidFill>
                <a:schemeClr val="tx1"/>
              </a:solidFill>
              <a:effectLst/>
              <a:latin typeface="Tw Cen MT" panose="020B0602020104020603" pitchFamily="34" charset="0"/>
            </a:endParaRPr>
          </a:p>
        </p:txBody>
      </p:sp>
    </p:spTree>
    <p:extLst>
      <p:ext uri="{BB962C8B-B14F-4D97-AF65-F5344CB8AC3E}">
        <p14:creationId xmlns:p14="http://schemas.microsoft.com/office/powerpoint/2010/main" val="3204278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2F56A-3EB2-B9B6-F488-4E8AE252D0D6}"/>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1B78E3DE-D57C-7352-5DDB-B2FEB89BA44A}"/>
              </a:ext>
            </a:extLst>
          </p:cNvPr>
          <p:cNvSpPr txBox="1">
            <a:spLocks/>
          </p:cNvSpPr>
          <p:nvPr/>
        </p:nvSpPr>
        <p:spPr>
          <a:xfrm>
            <a:off x="3719736" y="498384"/>
            <a:ext cx="4464496"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3600" dirty="0">
                <a:latin typeface="Tw Cen MT" panose="020B0602020104020603" pitchFamily="34" charset="0"/>
              </a:rPr>
              <a:t>Model Building Process</a:t>
            </a:r>
          </a:p>
        </p:txBody>
      </p:sp>
      <p:graphicFrame>
        <p:nvGraphicFramePr>
          <p:cNvPr id="21" name="Table 20">
            <a:extLst>
              <a:ext uri="{FF2B5EF4-FFF2-40B4-BE49-F238E27FC236}">
                <a16:creationId xmlns:a16="http://schemas.microsoft.com/office/drawing/2014/main" id="{6CC808AC-6972-33F8-DC1B-3738918DD63E}"/>
              </a:ext>
            </a:extLst>
          </p:cNvPr>
          <p:cNvGraphicFramePr>
            <a:graphicFrameLocks noGrp="1"/>
          </p:cNvGraphicFramePr>
          <p:nvPr>
            <p:extLst>
              <p:ext uri="{D42A27DB-BD31-4B8C-83A1-F6EECF244321}">
                <p14:modId xmlns:p14="http://schemas.microsoft.com/office/powerpoint/2010/main" val="4133204744"/>
              </p:ext>
            </p:extLst>
          </p:nvPr>
        </p:nvGraphicFramePr>
        <p:xfrm>
          <a:off x="623392" y="1484784"/>
          <a:ext cx="10945216" cy="4507984"/>
        </p:xfrm>
        <a:graphic>
          <a:graphicData uri="http://schemas.openxmlformats.org/drawingml/2006/table">
            <a:tbl>
              <a:tblPr firstRow="1" bandRow="1">
                <a:tableStyleId>{3B4B98B0-60AC-42C2-AFA5-B58CD77FA1E5}</a:tableStyleId>
              </a:tblPr>
              <a:tblGrid>
                <a:gridCol w="2736304">
                  <a:extLst>
                    <a:ext uri="{9D8B030D-6E8A-4147-A177-3AD203B41FA5}">
                      <a16:colId xmlns:a16="http://schemas.microsoft.com/office/drawing/2014/main" val="2793248018"/>
                    </a:ext>
                  </a:extLst>
                </a:gridCol>
                <a:gridCol w="2736304">
                  <a:extLst>
                    <a:ext uri="{9D8B030D-6E8A-4147-A177-3AD203B41FA5}">
                      <a16:colId xmlns:a16="http://schemas.microsoft.com/office/drawing/2014/main" val="4042572689"/>
                    </a:ext>
                  </a:extLst>
                </a:gridCol>
                <a:gridCol w="2736304">
                  <a:extLst>
                    <a:ext uri="{9D8B030D-6E8A-4147-A177-3AD203B41FA5}">
                      <a16:colId xmlns:a16="http://schemas.microsoft.com/office/drawing/2014/main" val="611545644"/>
                    </a:ext>
                  </a:extLst>
                </a:gridCol>
                <a:gridCol w="2736304">
                  <a:extLst>
                    <a:ext uri="{9D8B030D-6E8A-4147-A177-3AD203B41FA5}">
                      <a16:colId xmlns:a16="http://schemas.microsoft.com/office/drawing/2014/main" val="3266594199"/>
                    </a:ext>
                  </a:extLst>
                </a:gridCol>
              </a:tblGrid>
              <a:tr h="576064">
                <a:tc>
                  <a:txBody>
                    <a:bodyPr/>
                    <a:lstStyle/>
                    <a:p>
                      <a:pPr marL="0" indent="0" algn="ctr">
                        <a:buFont typeface="Wingdings" panose="05000000000000000000" pitchFamily="2" charset="2"/>
                        <a:buNone/>
                      </a:pPr>
                      <a:r>
                        <a:rPr lang="en-IN" sz="1800" b="1" i="1" dirty="0">
                          <a:latin typeface="Tw Cen MT" panose="020B0602020104020603" pitchFamily="34" charset="0"/>
                        </a:rPr>
                        <a:t>K-MEANS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Wingdings" panose="05000000000000000000" pitchFamily="2" charset="2"/>
                        <a:buNone/>
                      </a:pPr>
                      <a:r>
                        <a:rPr lang="en-IN" sz="1800" b="1" i="1" dirty="0">
                          <a:latin typeface="Tw Cen MT" panose="020B0602020104020603" pitchFamily="34" charset="0"/>
                        </a:rPr>
                        <a:t>DBSCAN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Wingdings" panose="05000000000000000000" pitchFamily="2" charset="2"/>
                        <a:buNone/>
                      </a:pPr>
                      <a:r>
                        <a:rPr lang="en-IN" sz="1800" b="1" i="1" dirty="0">
                          <a:latin typeface="Tw Cen MT" panose="020B0602020104020603" pitchFamily="34" charset="0"/>
                        </a:rPr>
                        <a:t>HDBSCAN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Wingdings" panose="05000000000000000000" pitchFamily="2" charset="2"/>
                        <a:buNone/>
                      </a:pPr>
                      <a:r>
                        <a:rPr lang="en-IN" sz="1800" b="1" i="1" dirty="0" err="1">
                          <a:latin typeface="Tw Cen MT" panose="020B0602020104020603" pitchFamily="34" charset="0"/>
                        </a:rPr>
                        <a:t>Tuned_HDBSCAN</a:t>
                      </a:r>
                      <a:endParaRPr lang="en-IN" sz="1800" b="1" i="1" dirty="0">
                        <a:latin typeface="Tw Cen MT" panose="020B06020201040206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8203249"/>
                  </a:ext>
                </a:extLst>
              </a:tr>
              <a:tr h="1341335">
                <a:tc>
                  <a:txBody>
                    <a:bodyPr/>
                    <a:lstStyle/>
                    <a:p>
                      <a:pPr marL="285750" indent="-285750">
                        <a:buFont typeface="Wingdings" panose="05000000000000000000" pitchFamily="2" charset="2"/>
                        <a:buChar char="Ø"/>
                      </a:pPr>
                      <a:r>
                        <a:rPr lang="en-IN" sz="1800" b="0" dirty="0">
                          <a:latin typeface="Tw Cen MT" panose="020B0602020104020603" pitchFamily="34" charset="0"/>
                        </a:rPr>
                        <a:t>Optimal </a:t>
                      </a:r>
                      <a:r>
                        <a:rPr lang="en-IN" sz="1800" b="0" i="1" dirty="0">
                          <a:latin typeface="Tw Cen MT" panose="020B0602020104020603" pitchFamily="34" charset="0"/>
                        </a:rPr>
                        <a:t>K</a:t>
                      </a:r>
                      <a:r>
                        <a:rPr lang="en-IN" sz="1800" b="0" dirty="0">
                          <a:latin typeface="Tw Cen MT" panose="020B0602020104020603" pitchFamily="34" charset="0"/>
                        </a:rPr>
                        <a:t> chosen using Elbow Method → best range observed between </a:t>
                      </a:r>
                      <a:r>
                        <a:rPr lang="en-IN" sz="1800" b="0" i="1" dirty="0">
                          <a:latin typeface="Tw Cen MT" panose="020B0602020104020603" pitchFamily="34" charset="0"/>
                        </a:rPr>
                        <a:t>K=2–4</a:t>
                      </a:r>
                      <a:r>
                        <a:rPr lang="en-IN" sz="1800" b="0" dirty="0">
                          <a:latin typeface="Tw Cen MT" panose="020B0602020104020603" pitchFamily="34" charset="0"/>
                        </a:rPr>
                        <a:t>.</a:t>
                      </a:r>
                    </a:p>
                    <a:p>
                      <a:pPr marL="0" indent="0">
                        <a:buFont typeface="Wingdings" panose="05000000000000000000" pitchFamily="2" charset="2"/>
                        <a:buNone/>
                      </a:pPr>
                      <a:endParaRPr lang="en-IN" sz="1800" b="0" dirty="0">
                        <a:latin typeface="Tw Cen MT" panose="020B0602020104020603" pitchFamily="34" charset="0"/>
                      </a:endParaRPr>
                    </a:p>
                    <a:p>
                      <a:pPr marL="285750" indent="-285750">
                        <a:buFont typeface="Wingdings" panose="05000000000000000000" pitchFamily="2" charset="2"/>
                        <a:buChar char="Ø"/>
                      </a:pPr>
                      <a:r>
                        <a:rPr lang="en-IN" sz="1800" b="0" dirty="0">
                          <a:latin typeface="Tw Cen MT" panose="020B0602020104020603" pitchFamily="34" charset="0"/>
                        </a:rPr>
                        <a:t>Final selection: K=3 (most stable).</a:t>
                      </a:r>
                    </a:p>
                    <a:p>
                      <a:pPr marL="285750" indent="-285750">
                        <a:buFont typeface="Wingdings" panose="05000000000000000000" pitchFamily="2" charset="2"/>
                        <a:buChar char="Ø"/>
                      </a:pPr>
                      <a:endParaRPr lang="en-IN" sz="1800" b="0" dirty="0">
                        <a:latin typeface="Tw Cen MT" panose="020B0602020104020603" pitchFamily="34" charset="0"/>
                      </a:endParaRPr>
                    </a:p>
                    <a:p>
                      <a:pPr marL="285750" indent="-285750">
                        <a:buFont typeface="Wingdings" panose="05000000000000000000" pitchFamily="2" charset="2"/>
                        <a:buChar char="Ø"/>
                      </a:pPr>
                      <a:r>
                        <a:rPr lang="en-IN" sz="1800" b="0" dirty="0">
                          <a:latin typeface="Tw Cen MT" panose="020B0602020104020603" pitchFamily="34" charset="0"/>
                        </a:rPr>
                        <a:t>Performance:</a:t>
                      </a:r>
                    </a:p>
                    <a:p>
                      <a:pPr marL="285750" indent="-285750">
                        <a:buFont typeface="Wingdings" panose="05000000000000000000" pitchFamily="2" charset="2"/>
                        <a:buChar char="Ø"/>
                      </a:pPr>
                      <a:r>
                        <a:rPr lang="en-IN" sz="1800" b="0" dirty="0">
                          <a:latin typeface="Tw Cen MT" panose="020B0602020104020603" pitchFamily="34" charset="0"/>
                        </a:rPr>
                        <a:t>Silhouette Score:     0.538</a:t>
                      </a:r>
                    </a:p>
                    <a:p>
                      <a:pPr marL="285750" indent="-285750">
                        <a:buFont typeface="Wingdings" panose="05000000000000000000" pitchFamily="2" charset="2"/>
                        <a:buChar char="Ø"/>
                      </a:pPr>
                      <a:r>
                        <a:rPr lang="en-IN" sz="1800" b="0" dirty="0">
                          <a:latin typeface="Tw Cen MT" panose="020B0602020104020603" pitchFamily="34" charset="0"/>
                        </a:rPr>
                        <a:t>Davies-Bouldin Index: 0.586</a:t>
                      </a:r>
                    </a:p>
                    <a:p>
                      <a:pPr marL="285750" indent="-285750">
                        <a:buFont typeface="Wingdings" panose="05000000000000000000" pitchFamily="2" charset="2"/>
                        <a:buChar char="Ø"/>
                      </a:pPr>
                      <a:endParaRPr lang="en-IN" sz="1800" b="0" dirty="0">
                        <a:latin typeface="Tw Cen MT" panose="020B06020201040206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Ø"/>
                      </a:pPr>
                      <a:r>
                        <a:rPr lang="en-IN" sz="1800" b="0" dirty="0">
                          <a:latin typeface="Tw Cen MT" panose="020B0602020104020603" pitchFamily="34" charset="0"/>
                        </a:rPr>
                        <a:t>Parameter tuning with K-Distance Graph → suggested </a:t>
                      </a:r>
                      <a:r>
                        <a:rPr lang="en-IN" sz="1800" b="0" i="1" dirty="0">
                          <a:latin typeface="Tw Cen MT" panose="020B0602020104020603" pitchFamily="34" charset="0"/>
                        </a:rPr>
                        <a:t>eps ≈ 0.2</a:t>
                      </a:r>
                      <a:r>
                        <a:rPr lang="en-IN" sz="1800" b="0" dirty="0">
                          <a:latin typeface="Tw Cen MT" panose="020B0602020104020603" pitchFamily="34" charset="0"/>
                        </a:rPr>
                        <a:t>.</a:t>
                      </a:r>
                    </a:p>
                    <a:p>
                      <a:pPr marL="0" indent="0">
                        <a:buFont typeface="Wingdings" panose="05000000000000000000" pitchFamily="2" charset="2"/>
                        <a:buNone/>
                      </a:pPr>
                      <a:endParaRPr lang="en-IN" sz="1800" b="0" dirty="0">
                        <a:latin typeface="Tw Cen MT" panose="020B0602020104020603" pitchFamily="34" charset="0"/>
                      </a:endParaRPr>
                    </a:p>
                    <a:p>
                      <a:pPr marL="285750" indent="-285750">
                        <a:buFont typeface="Wingdings" panose="05000000000000000000" pitchFamily="2" charset="2"/>
                        <a:buChar char="Ø"/>
                      </a:pPr>
                      <a:r>
                        <a:rPr lang="en-IN" sz="1800" b="0" dirty="0">
                          <a:latin typeface="Tw Cen MT" panose="020B0602020104020603" pitchFamily="34" charset="0"/>
                        </a:rPr>
                        <a:t>However, results improved with eps = 0.12, </a:t>
                      </a:r>
                      <a:r>
                        <a:rPr lang="en-IN" sz="1800" b="0" dirty="0" err="1">
                          <a:latin typeface="Tw Cen MT" panose="020B0602020104020603" pitchFamily="34" charset="0"/>
                        </a:rPr>
                        <a:t>min_samples</a:t>
                      </a:r>
                      <a:r>
                        <a:rPr lang="en-IN" sz="1800" b="0" dirty="0">
                          <a:latin typeface="Tw Cen MT" panose="020B0602020104020603" pitchFamily="34" charset="0"/>
                        </a:rPr>
                        <a:t> = 200.</a:t>
                      </a:r>
                    </a:p>
                    <a:p>
                      <a:pPr marL="285750" indent="-285750">
                        <a:buFont typeface="Wingdings" panose="05000000000000000000" pitchFamily="2" charset="2"/>
                        <a:buChar char="Ø"/>
                      </a:pPr>
                      <a:endParaRPr lang="en-IN" sz="1800" b="0" dirty="0">
                        <a:latin typeface="Tw Cen MT" panose="020B0602020104020603" pitchFamily="34" charset="0"/>
                      </a:endParaRPr>
                    </a:p>
                    <a:p>
                      <a:pPr marL="285750" indent="-285750">
                        <a:buFont typeface="Wingdings" panose="05000000000000000000" pitchFamily="2" charset="2"/>
                        <a:buChar char="Ø"/>
                      </a:pPr>
                      <a:r>
                        <a:rPr lang="en-IN" sz="1800" b="0" dirty="0">
                          <a:latin typeface="Tw Cen MT" panose="020B0602020104020603" pitchFamily="34" charset="0"/>
                        </a:rPr>
                        <a:t>Performance:</a:t>
                      </a:r>
                    </a:p>
                    <a:p>
                      <a:pPr marL="285750" indent="-285750">
                        <a:buFont typeface="Wingdings" panose="05000000000000000000" pitchFamily="2" charset="2"/>
                        <a:buChar char="Ø"/>
                      </a:pPr>
                      <a:r>
                        <a:rPr lang="en-IN" sz="1800" b="0" dirty="0">
                          <a:latin typeface="Tw Cen MT" panose="020B0602020104020603" pitchFamily="34" charset="0"/>
                        </a:rPr>
                        <a:t>Silhouette Score: 0.330</a:t>
                      </a:r>
                    </a:p>
                    <a:p>
                      <a:pPr marL="285750" indent="-285750">
                        <a:buFont typeface="Wingdings" panose="05000000000000000000" pitchFamily="2" charset="2"/>
                        <a:buChar char="Ø"/>
                      </a:pPr>
                      <a:r>
                        <a:rPr lang="en-IN" sz="1800" b="0" dirty="0">
                          <a:latin typeface="Tw Cen MT" panose="020B0602020104020603" pitchFamily="34" charset="0"/>
                        </a:rPr>
                        <a:t>Davies-Bouldin Index: 0.660</a:t>
                      </a:r>
                    </a:p>
                    <a:p>
                      <a:pPr marL="285750" indent="-285750">
                        <a:buFont typeface="Wingdings" panose="05000000000000000000" pitchFamily="2" charset="2"/>
                        <a:buChar char="Ø"/>
                      </a:pPr>
                      <a:endParaRPr lang="en-IN" sz="1800" b="0" dirty="0">
                        <a:latin typeface="Tw Cen MT" panose="020B06020201040206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Ø"/>
                      </a:pPr>
                      <a:r>
                        <a:rPr lang="en-IN" sz="1800" b="0" dirty="0">
                          <a:latin typeface="Tw Cen MT" panose="020B0602020104020603" pitchFamily="34" charset="0"/>
                        </a:rPr>
                        <a:t>Parameters used: eps = 0.2, </a:t>
                      </a:r>
                      <a:r>
                        <a:rPr lang="en-IN" sz="1800" b="0" dirty="0" err="1">
                          <a:latin typeface="Tw Cen MT" panose="020B0602020104020603" pitchFamily="34" charset="0"/>
                        </a:rPr>
                        <a:t>min_cluster_size</a:t>
                      </a:r>
                      <a:r>
                        <a:rPr lang="en-IN" sz="1800" b="0" dirty="0">
                          <a:latin typeface="Tw Cen MT" panose="020B0602020104020603" pitchFamily="34" charset="0"/>
                        </a:rPr>
                        <a:t> = 400, </a:t>
                      </a:r>
                      <a:r>
                        <a:rPr lang="en-IN" sz="1800" b="0" dirty="0" err="1">
                          <a:latin typeface="Tw Cen MT" panose="020B0602020104020603" pitchFamily="34" charset="0"/>
                        </a:rPr>
                        <a:t>min_samples</a:t>
                      </a:r>
                      <a:r>
                        <a:rPr lang="en-IN" sz="1800" b="0" dirty="0">
                          <a:latin typeface="Tw Cen MT" panose="020B0602020104020603" pitchFamily="34" charset="0"/>
                        </a:rPr>
                        <a:t> = 400.</a:t>
                      </a:r>
                    </a:p>
                    <a:p>
                      <a:pPr marL="0" indent="0">
                        <a:buFont typeface="Wingdings" panose="05000000000000000000" pitchFamily="2" charset="2"/>
                        <a:buNone/>
                      </a:pPr>
                      <a:endParaRPr lang="en-IN" sz="1800" b="0" dirty="0">
                        <a:latin typeface="Tw Cen MT" panose="020B0602020104020603" pitchFamily="34" charset="0"/>
                      </a:endParaRPr>
                    </a:p>
                    <a:p>
                      <a:pPr marL="285750" indent="-285750">
                        <a:buFont typeface="Wingdings" panose="05000000000000000000" pitchFamily="2" charset="2"/>
                        <a:buChar char="Ø"/>
                      </a:pPr>
                      <a:r>
                        <a:rPr lang="en-IN" sz="1800" b="0" dirty="0">
                          <a:latin typeface="Tw Cen MT" panose="020B0602020104020603" pitchFamily="34" charset="0"/>
                        </a:rPr>
                        <a:t>Performance:</a:t>
                      </a:r>
                    </a:p>
                    <a:p>
                      <a:pPr marL="742950" lvl="1" indent="-285750">
                        <a:buFont typeface="Wingdings" panose="05000000000000000000" pitchFamily="2" charset="2"/>
                        <a:buChar char="Ø"/>
                      </a:pPr>
                      <a:r>
                        <a:rPr lang="en-IN" sz="1800" b="0" dirty="0">
                          <a:latin typeface="Tw Cen MT" panose="020B0602020104020603" pitchFamily="34" charset="0"/>
                        </a:rPr>
                        <a:t>Silhouette Score: 0.548</a:t>
                      </a:r>
                    </a:p>
                    <a:p>
                      <a:pPr marL="742950" lvl="1" indent="-285750">
                        <a:buFont typeface="Wingdings" panose="05000000000000000000" pitchFamily="2" charset="2"/>
                        <a:buChar char="Ø"/>
                      </a:pPr>
                      <a:r>
                        <a:rPr lang="en-IN" sz="1800" b="0" dirty="0">
                          <a:latin typeface="Tw Cen MT" panose="020B0602020104020603" pitchFamily="34" charset="0"/>
                        </a:rPr>
                        <a:t>Davies-Bouldin Index: 0.561</a:t>
                      </a:r>
                    </a:p>
                    <a:p>
                      <a:pPr marL="285750" indent="-285750">
                        <a:buFont typeface="Wingdings" panose="05000000000000000000" pitchFamily="2" charset="2"/>
                        <a:buChar char="Ø"/>
                      </a:pPr>
                      <a:endParaRPr lang="en-IN" sz="1800" b="0" dirty="0">
                        <a:latin typeface="Tw Cen MT" panose="020B06020201040206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Ø"/>
                      </a:pPr>
                      <a:r>
                        <a:rPr lang="en-US" sz="1800" b="0" dirty="0">
                          <a:latin typeface="Tw Cen MT" panose="020B0602020104020603" pitchFamily="34" charset="0"/>
                        </a:rPr>
                        <a:t>HDBSCAN (best model) further tuned.</a:t>
                      </a:r>
                    </a:p>
                    <a:p>
                      <a:pPr marL="0" indent="0">
                        <a:buFont typeface="Wingdings" panose="05000000000000000000" pitchFamily="2" charset="2"/>
                        <a:buNone/>
                      </a:pPr>
                      <a:endParaRPr lang="en-US" sz="1800" b="0" dirty="0">
                        <a:latin typeface="Tw Cen MT" panose="020B0602020104020603" pitchFamily="34" charset="0"/>
                      </a:endParaRPr>
                    </a:p>
                    <a:p>
                      <a:pPr marL="285750" indent="-285750">
                        <a:buFont typeface="Wingdings" panose="05000000000000000000" pitchFamily="2" charset="2"/>
                        <a:buChar char="Ø"/>
                      </a:pPr>
                      <a:r>
                        <a:rPr lang="en-US" sz="1800" b="0" dirty="0">
                          <a:latin typeface="Tw Cen MT" panose="020B0602020104020603" pitchFamily="34" charset="0"/>
                        </a:rPr>
                        <a:t>New Results: Silhouette = 0.552, DBI = 0.561 (minor gain).</a:t>
                      </a:r>
                    </a:p>
                    <a:p>
                      <a:pPr marL="0" indent="0">
                        <a:buFont typeface="Wingdings" panose="05000000000000000000" pitchFamily="2" charset="2"/>
                        <a:buNone/>
                      </a:pPr>
                      <a:endParaRPr lang="en-US" sz="1800" b="0" dirty="0">
                        <a:latin typeface="Tw Cen MT" panose="020B0602020104020603" pitchFamily="34" charset="0"/>
                      </a:endParaRPr>
                    </a:p>
                    <a:p>
                      <a:pPr marL="285750" indent="-285750">
                        <a:buFont typeface="Wingdings" panose="05000000000000000000" pitchFamily="2" charset="2"/>
                        <a:buChar char="Ø"/>
                      </a:pPr>
                      <a:r>
                        <a:rPr lang="en-US" sz="1800" b="0" dirty="0">
                          <a:latin typeface="Tw Cen MT" panose="020B0602020104020603" pitchFamily="34" charset="0"/>
                        </a:rPr>
                        <a:t>Reason: Data already well-structured, so parameter tweaks gave limited improvement → model close to optimal.</a:t>
                      </a:r>
                    </a:p>
                    <a:p>
                      <a:pPr marL="285750" indent="-285750">
                        <a:buFont typeface="Wingdings" panose="05000000000000000000" pitchFamily="2" charset="2"/>
                        <a:buChar char="Ø"/>
                      </a:pPr>
                      <a:endParaRPr lang="en-IN" sz="1800" b="0" dirty="0">
                        <a:latin typeface="Tw Cen MT" panose="020B06020201040206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777375"/>
                  </a:ext>
                </a:extLst>
              </a:tr>
            </a:tbl>
          </a:graphicData>
        </a:graphic>
      </p:graphicFrame>
    </p:spTree>
    <p:extLst>
      <p:ext uri="{BB962C8B-B14F-4D97-AF65-F5344CB8AC3E}">
        <p14:creationId xmlns:p14="http://schemas.microsoft.com/office/powerpoint/2010/main" val="3561477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D3E5-1892-C47C-9238-443C02C2E14F}"/>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08D9AE6F-8127-A28C-612C-5702EC99D70A}"/>
              </a:ext>
            </a:extLst>
          </p:cNvPr>
          <p:cNvSpPr txBox="1">
            <a:spLocks/>
          </p:cNvSpPr>
          <p:nvPr/>
        </p:nvSpPr>
        <p:spPr>
          <a:xfrm>
            <a:off x="3791744" y="319832"/>
            <a:ext cx="4392488"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4000" dirty="0">
                <a:latin typeface="Tw Cen MT" panose="020B0602020104020603" pitchFamily="34" charset="0"/>
              </a:rPr>
              <a:t>Model Comparison</a:t>
            </a:r>
          </a:p>
        </p:txBody>
      </p:sp>
      <p:pic>
        <p:nvPicPr>
          <p:cNvPr id="11268" name="Picture 4">
            <a:extLst>
              <a:ext uri="{FF2B5EF4-FFF2-40B4-BE49-F238E27FC236}">
                <a16:creationId xmlns:a16="http://schemas.microsoft.com/office/drawing/2014/main" id="{3DCB85D8-17F9-DC45-8C2F-FC2BFAD0D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2" y="1124744"/>
            <a:ext cx="7416824" cy="49685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F26B222-A70C-782A-32D1-9629CE69B002}"/>
              </a:ext>
            </a:extLst>
          </p:cNvPr>
          <p:cNvSpPr txBox="1"/>
          <p:nvPr/>
        </p:nvSpPr>
        <p:spPr>
          <a:xfrm>
            <a:off x="7824192" y="1340768"/>
            <a:ext cx="4367808" cy="1754326"/>
          </a:xfrm>
          <a:prstGeom prst="rect">
            <a:avLst/>
          </a:prstGeom>
          <a:noFill/>
        </p:spPr>
        <p:txBody>
          <a:bodyPr wrap="square">
            <a:spAutoFit/>
          </a:bodyPr>
          <a:lstStyle/>
          <a:p>
            <a:r>
              <a:rPr lang="en-US" dirty="0">
                <a:latin typeface="Tw Cen MT" panose="020B0602020104020603" pitchFamily="34" charset="0"/>
              </a:rPr>
              <a:t>Silhouette Score:</a:t>
            </a:r>
          </a:p>
          <a:p>
            <a:pPr marL="742950" lvl="1" indent="-285750">
              <a:buFont typeface="Wingdings" panose="05000000000000000000" pitchFamily="2" charset="2"/>
              <a:buChar char="Ø"/>
            </a:pPr>
            <a:r>
              <a:rPr lang="en-US" dirty="0">
                <a:latin typeface="Tw Cen MT" panose="020B0602020104020603" pitchFamily="34" charset="0"/>
              </a:rPr>
              <a:t>Measures how well-separated and cohesive the clusters are.</a:t>
            </a:r>
          </a:p>
          <a:p>
            <a:pPr marL="742950" lvl="1" indent="-285750">
              <a:buFont typeface="Wingdings" panose="05000000000000000000" pitchFamily="2" charset="2"/>
              <a:buChar char="Ø"/>
            </a:pPr>
            <a:r>
              <a:rPr lang="en-US" dirty="0">
                <a:latin typeface="Tw Cen MT" panose="020B0602020104020603" pitchFamily="34" charset="0"/>
              </a:rPr>
              <a:t>Ranges from -1 to 1, with values closer to 1 indicating better clustering quality.</a:t>
            </a:r>
            <a:endParaRPr lang="en-IN" dirty="0">
              <a:latin typeface="Tw Cen MT" panose="020B0602020104020603" pitchFamily="34" charset="0"/>
            </a:endParaRPr>
          </a:p>
        </p:txBody>
      </p:sp>
      <p:sp>
        <p:nvSpPr>
          <p:cNvPr id="9" name="TextBox 8">
            <a:extLst>
              <a:ext uri="{FF2B5EF4-FFF2-40B4-BE49-F238E27FC236}">
                <a16:creationId xmlns:a16="http://schemas.microsoft.com/office/drawing/2014/main" id="{56E4205C-8CED-477F-0487-789A30B6C6CE}"/>
              </a:ext>
            </a:extLst>
          </p:cNvPr>
          <p:cNvSpPr txBox="1"/>
          <p:nvPr/>
        </p:nvSpPr>
        <p:spPr>
          <a:xfrm>
            <a:off x="7835524" y="3422583"/>
            <a:ext cx="4367808" cy="1754326"/>
          </a:xfrm>
          <a:prstGeom prst="rect">
            <a:avLst/>
          </a:prstGeom>
          <a:noFill/>
        </p:spPr>
        <p:txBody>
          <a:bodyPr wrap="square">
            <a:spAutoFit/>
          </a:bodyPr>
          <a:lstStyle/>
          <a:p>
            <a:r>
              <a:rPr lang="en-US" dirty="0">
                <a:latin typeface="Tw Cen MT" panose="020B0602020104020603" pitchFamily="34" charset="0"/>
              </a:rPr>
              <a:t>Davies-Bouldin Index (DBI):</a:t>
            </a:r>
          </a:p>
          <a:p>
            <a:pPr marL="742950" lvl="1" indent="-285750">
              <a:buFont typeface="Wingdings" panose="05000000000000000000" pitchFamily="2" charset="2"/>
              <a:buChar char="Ø"/>
            </a:pPr>
            <a:r>
              <a:rPr lang="en-US" dirty="0">
                <a:latin typeface="Tw Cen MT" panose="020B0602020104020603" pitchFamily="34" charset="0"/>
              </a:rPr>
              <a:t>Evaluates the average similarity between clusters.</a:t>
            </a:r>
          </a:p>
          <a:p>
            <a:pPr marL="742950" lvl="1" indent="-285750">
              <a:buFont typeface="Wingdings" panose="05000000000000000000" pitchFamily="2" charset="2"/>
              <a:buChar char="Ø"/>
            </a:pPr>
            <a:r>
              <a:rPr lang="en-US" dirty="0">
                <a:latin typeface="Tw Cen MT" panose="020B0602020104020603" pitchFamily="34" charset="0"/>
              </a:rPr>
              <a:t>Lower values are better, as they indicate more compact and distinct clusters.</a:t>
            </a:r>
            <a:endParaRPr lang="en-IN" dirty="0">
              <a:latin typeface="Tw Cen MT" panose="020B0602020104020603" pitchFamily="34" charset="0"/>
            </a:endParaRPr>
          </a:p>
        </p:txBody>
      </p:sp>
    </p:spTree>
    <p:extLst>
      <p:ext uri="{BB962C8B-B14F-4D97-AF65-F5344CB8AC3E}">
        <p14:creationId xmlns:p14="http://schemas.microsoft.com/office/powerpoint/2010/main" val="1496624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264C-111B-38EB-4978-E6F5EA26AB86}"/>
            </a:ext>
          </a:extLst>
        </p:cNvPr>
        <p:cNvGrpSpPr/>
        <p:nvPr/>
      </p:nvGrpSpPr>
      <p:grpSpPr>
        <a:xfrm>
          <a:off x="0" y="0"/>
          <a:ext cx="0" cy="0"/>
          <a:chOff x="0" y="0"/>
          <a:chExt cx="0" cy="0"/>
        </a:xfrm>
      </p:grpSpPr>
      <p:pic>
        <p:nvPicPr>
          <p:cNvPr id="13314" name="Picture 2">
            <a:extLst>
              <a:ext uri="{FF2B5EF4-FFF2-40B4-BE49-F238E27FC236}">
                <a16:creationId xmlns:a16="http://schemas.microsoft.com/office/drawing/2014/main" id="{40102EB3-2425-0DFC-AD7A-F07AE12C7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7728" y="188640"/>
            <a:ext cx="8280920" cy="62646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10A205F-433B-5A7E-22A6-027C2B06EB0B}"/>
              </a:ext>
            </a:extLst>
          </p:cNvPr>
          <p:cNvSpPr txBox="1"/>
          <p:nvPr/>
        </p:nvSpPr>
        <p:spPr>
          <a:xfrm>
            <a:off x="233558" y="1181941"/>
            <a:ext cx="2952328" cy="4247317"/>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Tw Cen MT" panose="020B0602020104020603" pitchFamily="34" charset="0"/>
              </a:rPr>
              <a:t>This plot, generated using the K-Means model, visualizes crime hotspots by highlighting the top 10 high-risk areas within each cluster. The risk levels are categorized into 10 distinct levels, with each level represented by a unique color. The legend indicates the mapping between colors and risk levels, making it easy to interpret the relative severity of each hotspot.</a:t>
            </a:r>
            <a:endParaRPr lang="en-IN" dirty="0">
              <a:latin typeface="Tw Cen MT" panose="020B0602020104020603" pitchFamily="34" charset="0"/>
            </a:endParaRPr>
          </a:p>
        </p:txBody>
      </p:sp>
    </p:spTree>
    <p:extLst>
      <p:ext uri="{BB962C8B-B14F-4D97-AF65-F5344CB8AC3E}">
        <p14:creationId xmlns:p14="http://schemas.microsoft.com/office/powerpoint/2010/main" val="1212936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7F64E-4B9B-AB0B-1DDB-889C50A670F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C4491CB-4A77-C24B-18DA-BD508D221C49}"/>
              </a:ext>
            </a:extLst>
          </p:cNvPr>
          <p:cNvSpPr txBox="1"/>
          <p:nvPr/>
        </p:nvSpPr>
        <p:spPr>
          <a:xfrm>
            <a:off x="233558" y="1181941"/>
            <a:ext cx="2952328" cy="4247317"/>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Tw Cen MT" panose="020B0602020104020603" pitchFamily="34" charset="0"/>
              </a:rPr>
              <a:t>This plot, generated using the DBSCAN model, visualizes crime hotspots by highlighting the top 10 high-risk areas within each cluster. The risk levels are categorized into 10 distinct levels, with each level represented by a unique color. The legend indicates the mapping between colors and risk levels, making it easy to interpret the relative severity of each hotspot.</a:t>
            </a:r>
            <a:endParaRPr lang="en-IN" dirty="0">
              <a:latin typeface="Tw Cen MT" panose="020B0602020104020603" pitchFamily="34" charset="0"/>
            </a:endParaRPr>
          </a:p>
        </p:txBody>
      </p:sp>
      <p:pic>
        <p:nvPicPr>
          <p:cNvPr id="14338" name="Picture 2">
            <a:extLst>
              <a:ext uri="{FF2B5EF4-FFF2-40B4-BE49-F238E27FC236}">
                <a16:creationId xmlns:a16="http://schemas.microsoft.com/office/drawing/2014/main" id="{0484578C-0311-9903-C1C7-DCCAFD3A1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279" y="260648"/>
            <a:ext cx="8031163" cy="627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32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EDA6B-D166-0DA2-149E-E0AB97A4C710}"/>
            </a:ext>
          </a:extLst>
        </p:cNvPr>
        <p:cNvGrpSpPr/>
        <p:nvPr/>
      </p:nvGrpSpPr>
      <p:grpSpPr>
        <a:xfrm>
          <a:off x="0" y="0"/>
          <a:ext cx="0" cy="0"/>
          <a:chOff x="0" y="0"/>
          <a:chExt cx="0" cy="0"/>
        </a:xfrm>
      </p:grpSpPr>
      <p:pic>
        <p:nvPicPr>
          <p:cNvPr id="15362" name="Picture 2">
            <a:extLst>
              <a:ext uri="{FF2B5EF4-FFF2-40B4-BE49-F238E27FC236}">
                <a16:creationId xmlns:a16="http://schemas.microsoft.com/office/drawing/2014/main" id="{03E586D6-0DEC-1EE6-5297-8A94B9C73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760" y="188640"/>
            <a:ext cx="8031163" cy="62373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95ADE9-F28F-8973-464D-B71023FBCEA9}"/>
              </a:ext>
            </a:extLst>
          </p:cNvPr>
          <p:cNvSpPr txBox="1"/>
          <p:nvPr/>
        </p:nvSpPr>
        <p:spPr>
          <a:xfrm>
            <a:off x="119336" y="188640"/>
            <a:ext cx="2952328" cy="3754874"/>
          </a:xfrm>
          <a:prstGeom prst="rect">
            <a:avLst/>
          </a:prstGeom>
          <a:noFill/>
        </p:spPr>
        <p:txBody>
          <a:bodyPr wrap="square">
            <a:spAutoFit/>
          </a:bodyPr>
          <a:lstStyle/>
          <a:p>
            <a:pPr marL="285750" indent="-285750" algn="just">
              <a:buFont typeface="Wingdings" panose="05000000000000000000" pitchFamily="2" charset="2"/>
              <a:buChar char="Ø"/>
            </a:pPr>
            <a:r>
              <a:rPr lang="en-US" sz="1700" dirty="0">
                <a:latin typeface="Tw Cen MT" panose="020B0602020104020603" pitchFamily="34" charset="0"/>
              </a:rPr>
              <a:t>This plot, generated using the HDBSCAN model, visualizes crime hotspots by highlighting the top 10 high-risk areas within each cluster. The risk levels are categorized into 10 distinct levels, with each level represented by a unique color. The legend indicates the mapping between colors and risk levels, making it easy to interpret the relative severity of each hotspot.</a:t>
            </a:r>
            <a:endParaRPr lang="en-IN" sz="1700" dirty="0">
              <a:latin typeface="Tw Cen MT" panose="020B0602020104020603" pitchFamily="34" charset="0"/>
            </a:endParaRPr>
          </a:p>
        </p:txBody>
      </p:sp>
      <p:sp>
        <p:nvSpPr>
          <p:cNvPr id="4" name="TextBox 3">
            <a:extLst>
              <a:ext uri="{FF2B5EF4-FFF2-40B4-BE49-F238E27FC236}">
                <a16:creationId xmlns:a16="http://schemas.microsoft.com/office/drawing/2014/main" id="{AE5AAC82-48B0-4ADA-4D1A-068CA17E2B40}"/>
              </a:ext>
            </a:extLst>
          </p:cNvPr>
          <p:cNvSpPr txBox="1"/>
          <p:nvPr/>
        </p:nvSpPr>
        <p:spPr>
          <a:xfrm>
            <a:off x="119336" y="4149080"/>
            <a:ext cx="2606474" cy="2031325"/>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Tw Cen MT" panose="020B0602020104020603" pitchFamily="34" charset="0"/>
              </a:rPr>
              <a:t>This plot allows easy interpretation of high-risk areas, as the color-coded risk levels clearly highlight the most vulnerable hotspots.</a:t>
            </a:r>
            <a:endParaRPr lang="en-IN" dirty="0">
              <a:latin typeface="Tw Cen MT" panose="020B0602020104020603" pitchFamily="34" charset="0"/>
            </a:endParaRPr>
          </a:p>
        </p:txBody>
      </p:sp>
    </p:spTree>
    <p:extLst>
      <p:ext uri="{BB962C8B-B14F-4D97-AF65-F5344CB8AC3E}">
        <p14:creationId xmlns:p14="http://schemas.microsoft.com/office/powerpoint/2010/main" val="1720697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8403-18FE-C5C2-44E3-AAAF357DB0A9}"/>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4957585C-DC2F-8C87-7327-032334E9B2E1}"/>
              </a:ext>
            </a:extLst>
          </p:cNvPr>
          <p:cNvSpPr txBox="1">
            <a:spLocks/>
          </p:cNvSpPr>
          <p:nvPr/>
        </p:nvSpPr>
        <p:spPr>
          <a:xfrm>
            <a:off x="4655840" y="908720"/>
            <a:ext cx="2592288"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4400" dirty="0">
                <a:latin typeface="Tw Cen MT" panose="020B0602020104020603" pitchFamily="34" charset="0"/>
              </a:rPr>
              <a:t>Conclusion</a:t>
            </a:r>
          </a:p>
        </p:txBody>
      </p:sp>
      <p:sp>
        <p:nvSpPr>
          <p:cNvPr id="6" name="TextBox 5">
            <a:extLst>
              <a:ext uri="{FF2B5EF4-FFF2-40B4-BE49-F238E27FC236}">
                <a16:creationId xmlns:a16="http://schemas.microsoft.com/office/drawing/2014/main" id="{66885E7F-EE5C-11B0-BA1B-1A9FEB0070EE}"/>
              </a:ext>
            </a:extLst>
          </p:cNvPr>
          <p:cNvSpPr txBox="1"/>
          <p:nvPr/>
        </p:nvSpPr>
        <p:spPr>
          <a:xfrm>
            <a:off x="1523492" y="1843950"/>
            <a:ext cx="9145016" cy="3170099"/>
          </a:xfrm>
          <a:prstGeom prst="rect">
            <a:avLst/>
          </a:prstGeom>
          <a:noFill/>
        </p:spPr>
        <p:txBody>
          <a:bodyPr wrap="square">
            <a:spAutoFit/>
          </a:bodyPr>
          <a:lstStyle/>
          <a:p>
            <a:pPr algn="just">
              <a:buNone/>
            </a:pPr>
            <a:r>
              <a:rPr lang="en-US" sz="2000" dirty="0">
                <a:latin typeface="Tw Cen MT" panose="020B0602020104020603" pitchFamily="34" charset="0"/>
              </a:rPr>
              <a:t>This study demonstrates how advanced data-driven approaches can transform raw crime records into actionable intelligence. By leveraging unsupervised machine learning and geospatial analysis, we successfully identified and ranked high-risk hotspots across Los Angeles. The findings reveal clear temporal, demographic, and geographic crime patterns that empower proactive security planning.</a:t>
            </a:r>
          </a:p>
          <a:p>
            <a:pPr algn="just">
              <a:buNone/>
            </a:pPr>
            <a:r>
              <a:rPr lang="en-US" sz="2000" dirty="0">
                <a:latin typeface="Tw Cen MT" panose="020B0602020104020603" pitchFamily="34" charset="0"/>
              </a:rPr>
              <a:t>Most importantly, the hotspot detection framework provides evidence-backed insights that enable law enforcement, private security firms, and urban planners to deploy resources strategically, enhance public safety, and minimize crime risks. This project highlights the power of combining data science with real-world security needs—turning numbers into meaningful action for safer communities.</a:t>
            </a:r>
          </a:p>
        </p:txBody>
      </p:sp>
      <p:sp>
        <p:nvSpPr>
          <p:cNvPr id="7" name="Title 3">
            <a:extLst>
              <a:ext uri="{FF2B5EF4-FFF2-40B4-BE49-F238E27FC236}">
                <a16:creationId xmlns:a16="http://schemas.microsoft.com/office/drawing/2014/main" id="{1320D632-0044-9873-88DC-E56EC35FCEB1}"/>
              </a:ext>
            </a:extLst>
          </p:cNvPr>
          <p:cNvSpPr txBox="1">
            <a:spLocks/>
          </p:cNvSpPr>
          <p:nvPr/>
        </p:nvSpPr>
        <p:spPr>
          <a:xfrm>
            <a:off x="10344472" y="5805264"/>
            <a:ext cx="2592288" cy="641168"/>
          </a:xfrm>
          <a:prstGeom prst="rect">
            <a:avLst/>
          </a:prstGeom>
        </p:spPr>
        <p:txBody>
          <a:bodyPr>
            <a:no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r>
              <a:rPr lang="en-IN" sz="2400" dirty="0">
                <a:latin typeface="Tw Cen MT" panose="020B0602020104020603" pitchFamily="34" charset="0"/>
              </a:rPr>
              <a:t>Thank you.</a:t>
            </a:r>
          </a:p>
        </p:txBody>
      </p:sp>
    </p:spTree>
    <p:extLst>
      <p:ext uri="{BB962C8B-B14F-4D97-AF65-F5344CB8AC3E}">
        <p14:creationId xmlns:p14="http://schemas.microsoft.com/office/powerpoint/2010/main" val="3839829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ITY SKETCH 16X9">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3.potx" id="{55B65C5C-2110-41C9-9432-67D739EC5CFC}" vid="{FDE12540-4521-4F30-863D-D54DD2EE1C3B}"/>
    </a:ext>
  </a:extLst>
</a:theme>
</file>

<file path=ppt/theme/theme2.xml><?xml version="1.0" encoding="utf-8"?>
<a:theme xmlns:a="http://schemas.openxmlformats.org/drawingml/2006/main" name="Office Theme">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entury Schoolbook">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office city sketch presentation background (widescreen)</Template>
  <TotalTime>1517</TotalTime>
  <Words>2313</Words>
  <Application>Microsoft Office PowerPoint</Application>
  <PresentationFormat>Widescreen</PresentationFormat>
  <Paragraphs>217</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Century Schoolbook</vt:lpstr>
      <vt:lpstr>Tw Cen MT</vt:lpstr>
      <vt:lpstr>Wingdings</vt:lpstr>
      <vt:lpstr>CITY SKETCH 16X9</vt:lpstr>
      <vt:lpstr>Crime Hotspot Detection </vt:lpstr>
      <vt:lpstr>Introduction</vt:lpstr>
      <vt:lpstr>Dataset Overview</vt:lpstr>
      <vt:lpstr>Project Methodology</vt:lpstr>
      <vt:lpstr>Data Cleaning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Virajsinh Parmar</dc:creator>
  <cp:lastModifiedBy>Virajsinh Parmar</cp:lastModifiedBy>
  <cp:revision>1</cp:revision>
  <dcterms:created xsi:type="dcterms:W3CDTF">2025-09-12T05:00:33Z</dcterms:created>
  <dcterms:modified xsi:type="dcterms:W3CDTF">2025-09-13T06:18:58Z</dcterms:modified>
</cp:coreProperties>
</file>